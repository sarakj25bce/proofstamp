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slideLayouts/_rels/slideLayout1.xml.rels" ContentType="application/vnd.openxmlformats-package.relationships+xml"/>
  <Override PartName="/ppt/slideLayouts/slideLayout1.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media/image1.png" ContentType="image/png"/>
  <Override PartName="/ppt/media/image2.png" ContentType="image/png"/>
  <Override PartName="/ppt/media/image3.png" ContentType="image/png"/>
  <Override PartName="/ppt/media/image4.png" ContentType="image/png"/>
  <Override PartName="/ppt/media/image5.png" ContentType="image/png"/>
  <Override PartName="/ppt/media/image6.png" ContentType="image/png"/>
  <Override PartName="/ppt/media/image10.png" ContentType="image/png"/>
  <Override PartName="/ppt/media/image7.png" ContentType="image/png"/>
  <Override PartName="/ppt/media/image11.png" ContentType="image/png"/>
  <Override PartName="/ppt/media/image8.png" ContentType="image/png"/>
  <Override PartName="/ppt/media/image12.png" ContentType="image/png"/>
  <Override PartName="/ppt/media/image9.png" ContentType="image/png"/>
  <Override PartName="/ppt/slides/slide1.xml" ContentType="application/vnd.openxmlformats-officedocument.presentationml.slide+xml"/>
  <Override PartName="/ppt/slides/_rels/slide9.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10.xml" ContentType="application/vnd.openxmlformats-officedocument.presentationml.notesSlide+xml"/>
  <Override PartName="/ppt/notesSlides/_rels/notesSlide9.xml.rels" ContentType="application/vnd.openxmlformats-package.relationships+xml"/>
  <Override PartName="/ppt/notesSlides/_rels/notesSlide10.xml.rels" ContentType="application/vnd.openxmlformats-package.relationships+xml"/>
  <Override PartName="/ppt/notesSlides/_rels/notesSlide3.xml.rels" ContentType="application/vnd.openxmlformats-package.relationships+xml"/>
  <Override PartName="/ppt/notesSlides/_rels/notesSlide8.xml.rels" ContentType="application/vnd.openxmlformats-package.relationships+xml"/>
  <Override PartName="/ppt/notesSlides/_rels/notesSlide7.xml.rels" ContentType="application/vnd.openxmlformats-package.relationships+xml"/>
  <Override PartName="/ppt/notesSlides/_rels/notesSlide6.xml.rels" ContentType="application/vnd.openxmlformats-package.relationships+xml"/>
  <Override PartName="/ppt/notesSlides/_rels/notesSlide5.xml.rels" ContentType="application/vnd.openxmlformats-package.relationships+xml"/>
  <Override PartName="/ppt/notesSlides/_rels/notesSlide4.xml.rels" ContentType="application/vnd.openxmlformats-package.relationships+xml"/>
  <Override PartName="/ppt/notesSlides/_rels/notesSlide2.xml.rels" ContentType="application/vnd.openxmlformats-package.relationships+xml"/>
  <Override PartName="/ppt/notesSlides/_rels/notesSlide1.xml.rels" ContentType="application/vnd.openxmlformats-package.relationships+xml"/>
  <Override PartName="/ppt/notesSlides/notesSlide9.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Lst>
  <p:sldSz cx="9144000" cy="5143500"/>
  <p:notesSz cx="51435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b="0" lang="en-GB" sz="1800" spc="-1" strike="noStrike">
                <a:solidFill>
                  <a:schemeClr val="dk1"/>
                </a:solidFill>
                <a:latin typeface="Calibri"/>
              </a:rPr>
              <a:t>Click to move the slide</a:t>
            </a:r>
            <a:endParaRPr b="0" lang="en-GB" sz="1800" spc="-1" strike="noStrike">
              <a:solidFill>
                <a:schemeClr val="dk1"/>
              </a:solidFill>
              <a:latin typeface="Calibri"/>
            </a:endParaRPr>
          </a:p>
        </p:txBody>
      </p:sp>
      <p:sp>
        <p:nvSpPr>
          <p:cNvPr id="3"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GB" sz="2000" spc="-1" strike="noStrike">
                <a:solidFill>
                  <a:srgbClr val="000000"/>
                </a:solidFill>
                <a:latin typeface="Arial"/>
              </a:rPr>
              <a:t>Click to edit the notes format</a:t>
            </a:r>
            <a:endParaRPr b="0" lang="en-GB" sz="2000" spc="-1" strike="noStrike">
              <a:solidFill>
                <a:srgbClr val="000000"/>
              </a:solidFill>
              <a:latin typeface="Arial"/>
            </a:endParaRPr>
          </a:p>
        </p:txBody>
      </p:sp>
      <p:sp>
        <p:nvSpPr>
          <p:cNvPr id="4"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GB" sz="1400" spc="-1" strike="noStrike">
                <a:solidFill>
                  <a:srgbClr val="000000"/>
                </a:solidFill>
                <a:latin typeface="Times New Roman"/>
              </a:rPr>
              <a:t>&lt;header&gt;</a:t>
            </a:r>
            <a:endParaRPr b="0" lang="en-GB" sz="1400" spc="-1" strike="noStrike">
              <a:solidFill>
                <a:srgbClr val="000000"/>
              </a:solidFill>
              <a:latin typeface="Times New Roman"/>
            </a:endParaRPr>
          </a:p>
        </p:txBody>
      </p:sp>
      <p:sp>
        <p:nvSpPr>
          <p:cNvPr id="5" name="PlaceHolder 4"/>
          <p:cNvSpPr>
            <a:spLocks noGrp="1"/>
          </p:cNvSpPr>
          <p:nvPr>
            <p:ph type="dt" idx="1"/>
          </p:nvPr>
        </p:nvSpPr>
        <p:spPr>
          <a:xfrm>
            <a:off x="4278960" y="0"/>
            <a:ext cx="3280680" cy="534240"/>
          </a:xfrm>
          <a:prstGeom prst="rect">
            <a:avLst/>
          </a:prstGeom>
          <a:noFill/>
          <a:ln w="0">
            <a:noFill/>
          </a:ln>
        </p:spPr>
        <p:txBody>
          <a:bodyPr lIns="0" rIns="0" tIns="0" bIns="0" anchor="t">
            <a:noAutofit/>
          </a:bodyPr>
          <a:lstStyle>
            <a:lvl1pPr indent="0" algn="r">
              <a:buNone/>
              <a:defRPr b="0" lang="en-GB" sz="1400" spc="-1" strike="noStrike">
                <a:solidFill>
                  <a:srgbClr val="000000"/>
                </a:solidFill>
                <a:latin typeface="Times New Roman"/>
              </a:defRPr>
            </a:lvl1pPr>
          </a:lstStyle>
          <a:p>
            <a:pPr indent="0" algn="r">
              <a:buNone/>
            </a:pPr>
            <a:r>
              <a:rPr b="0" lang="en-GB" sz="1400" spc="-1" strike="noStrike">
                <a:solidFill>
                  <a:srgbClr val="000000"/>
                </a:solidFill>
                <a:latin typeface="Times New Roman"/>
              </a:rPr>
              <a:t>&lt;date/time&gt;</a:t>
            </a:r>
            <a:endParaRPr b="0" lang="en-GB" sz="1400" spc="-1" strike="noStrike">
              <a:solidFill>
                <a:srgbClr val="000000"/>
              </a:solidFill>
              <a:latin typeface="Times New Roman"/>
            </a:endParaRPr>
          </a:p>
        </p:txBody>
      </p:sp>
      <p:sp>
        <p:nvSpPr>
          <p:cNvPr id="6" name="PlaceHolder 5"/>
          <p:cNvSpPr>
            <a:spLocks noGrp="1"/>
          </p:cNvSpPr>
          <p:nvPr>
            <p:ph type="ftr" idx="2"/>
          </p:nvPr>
        </p:nvSpPr>
        <p:spPr>
          <a:xfrm>
            <a:off x="0" y="10157400"/>
            <a:ext cx="3280680" cy="534240"/>
          </a:xfrm>
          <a:prstGeom prst="rect">
            <a:avLst/>
          </a:prstGeom>
          <a:noFill/>
          <a:ln w="0">
            <a:noFill/>
          </a:ln>
        </p:spPr>
        <p:txBody>
          <a:bodyPr lIns="0" rIns="0" tIns="0" bIns="0" anchor="b">
            <a:noAutofit/>
          </a:bodyPr>
          <a:lstStyle>
            <a:lvl1pPr indent="0">
              <a:buNone/>
              <a:defRPr b="0" lang="en-GB" sz="1400" spc="-1" strike="noStrike">
                <a:solidFill>
                  <a:srgbClr val="000000"/>
                </a:solidFill>
                <a:latin typeface="Times New Roman"/>
              </a:defRPr>
            </a:lvl1pPr>
          </a:lstStyle>
          <a:p>
            <a:pPr indent="0">
              <a:buNone/>
            </a:pPr>
            <a:r>
              <a:rPr b="0" lang="en-GB" sz="1400" spc="-1" strike="noStrike">
                <a:solidFill>
                  <a:srgbClr val="000000"/>
                </a:solidFill>
                <a:latin typeface="Times New Roman"/>
              </a:rPr>
              <a:t>&lt;footer&gt;</a:t>
            </a:r>
            <a:endParaRPr b="0" lang="en-GB" sz="1400" spc="-1" strike="noStrike">
              <a:solidFill>
                <a:srgbClr val="000000"/>
              </a:solidFill>
              <a:latin typeface="Times New Roman"/>
            </a:endParaRPr>
          </a:p>
        </p:txBody>
      </p:sp>
      <p:sp>
        <p:nvSpPr>
          <p:cNvPr id="7" name="PlaceHolder 6"/>
          <p:cNvSpPr>
            <a:spLocks noGrp="1"/>
          </p:cNvSpPr>
          <p:nvPr>
            <p:ph type="sldNum" idx="3"/>
          </p:nvPr>
        </p:nvSpPr>
        <p:spPr>
          <a:xfrm>
            <a:off x="4278960" y="10157400"/>
            <a:ext cx="3280680" cy="534240"/>
          </a:xfrm>
          <a:prstGeom prst="rect">
            <a:avLst/>
          </a:prstGeom>
          <a:noFill/>
          <a:ln w="0">
            <a:noFill/>
          </a:ln>
        </p:spPr>
        <p:txBody>
          <a:bodyPr lIns="0" rIns="0" tIns="0" bIns="0" anchor="b">
            <a:noAutofit/>
          </a:bodyPr>
          <a:lstStyle>
            <a:lvl1pPr indent="0" algn="r">
              <a:buNone/>
              <a:defRPr b="0" lang="en-GB" sz="1400" spc="-1" strike="noStrike">
                <a:solidFill>
                  <a:srgbClr val="000000"/>
                </a:solidFill>
                <a:latin typeface="Times New Roman"/>
              </a:defRPr>
            </a:lvl1pPr>
          </a:lstStyle>
          <a:p>
            <a:pPr indent="0" algn="r">
              <a:buNone/>
            </a:pPr>
            <a:fld id="{3641AFDB-8015-45AA-9948-28B27BB835AC}" type="slidenum">
              <a:rPr b="0" lang="en-GB" sz="1400" spc="-1" strike="noStrike">
                <a:solidFill>
                  <a:srgbClr val="000000"/>
                </a:solidFill>
                <a:latin typeface="Times New Roman"/>
              </a:rPr>
              <a:t>&lt;number&gt;</a:t>
            </a:fld>
            <a:endParaRPr b="0" lang="en-GB"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3" name="PlaceHolder 1"/>
          <p:cNvSpPr>
            <a:spLocks noGrp="1"/>
          </p:cNvSpPr>
          <p:nvPr>
            <p:ph type="sldImg"/>
          </p:nvPr>
        </p:nvSpPr>
        <p:spPr>
          <a:xfrm>
            <a:off x="685800" y="1143000"/>
            <a:ext cx="5486040" cy="3085920"/>
          </a:xfrm>
          <a:prstGeom prst="rect">
            <a:avLst/>
          </a:prstGeom>
          <a:ln w="0">
            <a:noFill/>
          </a:ln>
        </p:spPr>
      </p:sp>
      <p:sp>
        <p:nvSpPr>
          <p:cNvPr id="374"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GB" sz="1800" spc="-1" strike="noStrike">
              <a:solidFill>
                <a:srgbClr val="000000"/>
              </a:solidFill>
              <a:latin typeface="Arial"/>
            </a:endParaRPr>
          </a:p>
        </p:txBody>
      </p:sp>
      <p:sp>
        <p:nvSpPr>
          <p:cNvPr id="375" name="PlaceHolder 3"/>
          <p:cNvSpPr>
            <a:spLocks noGrp="1"/>
          </p:cNvSpPr>
          <p:nvPr>
            <p:ph type="sldNum" idx="4"/>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6CE02C85-D72F-4EC6-ABDC-3A7A1CA41EC6}" type="slidenum">
              <a:rPr b="0" lang="en-US" sz="1200" spc="-1" strike="noStrike">
                <a:solidFill>
                  <a:schemeClr val="dk1"/>
                </a:solidFill>
                <a:latin typeface="+mn-lt"/>
                <a:ea typeface="+mn-ea"/>
              </a:rPr>
              <a:t>&lt;number&gt;</a:t>
            </a:fld>
            <a:endParaRPr b="0" lang="en-GB" sz="1200" spc="-1" strike="noStrike">
              <a:solidFill>
                <a:srgbClr val="000000"/>
              </a:solidFill>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6" name="PlaceHolder 1"/>
          <p:cNvSpPr>
            <a:spLocks noGrp="1"/>
          </p:cNvSpPr>
          <p:nvPr>
            <p:ph type="sldImg"/>
          </p:nvPr>
        </p:nvSpPr>
        <p:spPr>
          <a:xfrm>
            <a:off x="685800" y="1143000"/>
            <a:ext cx="5486040" cy="3085920"/>
          </a:xfrm>
          <a:prstGeom prst="rect">
            <a:avLst/>
          </a:prstGeom>
          <a:ln w="0">
            <a:noFill/>
          </a:ln>
        </p:spPr>
      </p:sp>
      <p:sp>
        <p:nvSpPr>
          <p:cNvPr id="377"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GB" sz="1800" spc="-1" strike="noStrike">
              <a:solidFill>
                <a:srgbClr val="000000"/>
              </a:solidFill>
              <a:latin typeface="Arial"/>
            </a:endParaRPr>
          </a:p>
        </p:txBody>
      </p:sp>
      <p:sp>
        <p:nvSpPr>
          <p:cNvPr id="378" name="PlaceHolder 3"/>
          <p:cNvSpPr>
            <a:spLocks noGrp="1"/>
          </p:cNvSpPr>
          <p:nvPr>
            <p:ph type="sldNum" idx="5"/>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48D8DEB4-DFF1-4C68-9012-E47737FBF5C2}" type="slidenum">
              <a:rPr b="0" lang="en-US" sz="1200" spc="-1" strike="noStrike">
                <a:solidFill>
                  <a:schemeClr val="dk1"/>
                </a:solidFill>
                <a:latin typeface="+mn-lt"/>
                <a:ea typeface="+mn-ea"/>
              </a:rPr>
              <a:t>&lt;number&gt;</a:t>
            </a:fld>
            <a:endParaRPr b="0" lang="en-GB" sz="1200" spc="-1" strike="noStrike">
              <a:solidFill>
                <a:srgbClr val="000000"/>
              </a:solidFill>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9" name="PlaceHolder 1"/>
          <p:cNvSpPr>
            <a:spLocks noGrp="1"/>
          </p:cNvSpPr>
          <p:nvPr>
            <p:ph type="sldImg"/>
          </p:nvPr>
        </p:nvSpPr>
        <p:spPr>
          <a:xfrm>
            <a:off x="685800" y="1143000"/>
            <a:ext cx="5486040" cy="3085920"/>
          </a:xfrm>
          <a:prstGeom prst="rect">
            <a:avLst/>
          </a:prstGeom>
          <a:ln w="0">
            <a:noFill/>
          </a:ln>
        </p:spPr>
      </p:sp>
      <p:sp>
        <p:nvSpPr>
          <p:cNvPr id="380"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GB" sz="1800" spc="-1" strike="noStrike">
              <a:solidFill>
                <a:srgbClr val="000000"/>
              </a:solidFill>
              <a:latin typeface="Arial"/>
            </a:endParaRPr>
          </a:p>
        </p:txBody>
      </p:sp>
      <p:sp>
        <p:nvSpPr>
          <p:cNvPr id="381" name="PlaceHolder 3"/>
          <p:cNvSpPr>
            <a:spLocks noGrp="1"/>
          </p:cNvSpPr>
          <p:nvPr>
            <p:ph type="sldNum" idx="6"/>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52A62773-DB04-4D3B-98A4-A73F64CC61CD}" type="slidenum">
              <a:rPr b="0" lang="en-US" sz="1200" spc="-1" strike="noStrike">
                <a:solidFill>
                  <a:schemeClr val="dk1"/>
                </a:solidFill>
                <a:latin typeface="+mn-lt"/>
                <a:ea typeface="+mn-ea"/>
              </a:rPr>
              <a:t>&lt;number&gt;</a:t>
            </a:fld>
            <a:endParaRPr b="0" lang="en-GB" sz="1200" spc="-1" strike="noStrike">
              <a:solidFill>
                <a:srgbClr val="000000"/>
              </a:solidFill>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2" name="PlaceHolder 1"/>
          <p:cNvSpPr>
            <a:spLocks noGrp="1"/>
          </p:cNvSpPr>
          <p:nvPr>
            <p:ph type="sldImg"/>
          </p:nvPr>
        </p:nvSpPr>
        <p:spPr>
          <a:xfrm>
            <a:off x="685800" y="1143000"/>
            <a:ext cx="5486040" cy="3085920"/>
          </a:xfrm>
          <a:prstGeom prst="rect">
            <a:avLst/>
          </a:prstGeom>
          <a:ln w="0">
            <a:noFill/>
          </a:ln>
        </p:spPr>
      </p:sp>
      <p:sp>
        <p:nvSpPr>
          <p:cNvPr id="383"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GB" sz="1800" spc="-1" strike="noStrike">
              <a:solidFill>
                <a:srgbClr val="000000"/>
              </a:solidFill>
              <a:latin typeface="Arial"/>
            </a:endParaRPr>
          </a:p>
        </p:txBody>
      </p:sp>
      <p:sp>
        <p:nvSpPr>
          <p:cNvPr id="384" name="PlaceHolder 3"/>
          <p:cNvSpPr>
            <a:spLocks noGrp="1"/>
          </p:cNvSpPr>
          <p:nvPr>
            <p:ph type="sldNum" idx="7"/>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0E334F95-7214-4EDD-AFC0-9E020C7509CC}" type="slidenum">
              <a:rPr b="0" lang="en-US" sz="1200" spc="-1" strike="noStrike">
                <a:solidFill>
                  <a:schemeClr val="dk1"/>
                </a:solidFill>
                <a:latin typeface="+mn-lt"/>
                <a:ea typeface="+mn-ea"/>
              </a:rPr>
              <a:t>&lt;number&gt;</a:t>
            </a:fld>
            <a:endParaRPr b="0" lang="en-GB" sz="1200" spc="-1" strike="noStrike">
              <a:solidFill>
                <a:srgbClr val="000000"/>
              </a:solidFill>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5" name="PlaceHolder 1"/>
          <p:cNvSpPr>
            <a:spLocks noGrp="1"/>
          </p:cNvSpPr>
          <p:nvPr>
            <p:ph type="sldImg"/>
          </p:nvPr>
        </p:nvSpPr>
        <p:spPr>
          <a:xfrm>
            <a:off x="685800" y="1143000"/>
            <a:ext cx="5486040" cy="3085920"/>
          </a:xfrm>
          <a:prstGeom prst="rect">
            <a:avLst/>
          </a:prstGeom>
          <a:ln w="0">
            <a:noFill/>
          </a:ln>
        </p:spPr>
      </p:sp>
      <p:sp>
        <p:nvSpPr>
          <p:cNvPr id="386"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GB" sz="1800" spc="-1" strike="noStrike">
              <a:solidFill>
                <a:srgbClr val="000000"/>
              </a:solidFill>
              <a:latin typeface="Arial"/>
            </a:endParaRPr>
          </a:p>
        </p:txBody>
      </p:sp>
      <p:sp>
        <p:nvSpPr>
          <p:cNvPr id="387" name="PlaceHolder 3"/>
          <p:cNvSpPr>
            <a:spLocks noGrp="1"/>
          </p:cNvSpPr>
          <p:nvPr>
            <p:ph type="sldNum" idx="8"/>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53261092-46AC-49BC-80C7-79531B9A58A0}" type="slidenum">
              <a:rPr b="0" lang="en-US" sz="1200" spc="-1" strike="noStrike">
                <a:solidFill>
                  <a:schemeClr val="dk1"/>
                </a:solidFill>
                <a:latin typeface="+mn-lt"/>
                <a:ea typeface="+mn-ea"/>
              </a:rPr>
              <a:t>&lt;number&gt;</a:t>
            </a:fld>
            <a:endParaRPr b="0" lang="en-GB" sz="1200" spc="-1" strike="noStrike">
              <a:solidFill>
                <a:srgbClr val="000000"/>
              </a:solidFill>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8" name="PlaceHolder 1"/>
          <p:cNvSpPr>
            <a:spLocks noGrp="1"/>
          </p:cNvSpPr>
          <p:nvPr>
            <p:ph type="sldImg"/>
          </p:nvPr>
        </p:nvSpPr>
        <p:spPr>
          <a:xfrm>
            <a:off x="685800" y="1143000"/>
            <a:ext cx="5486040" cy="3085920"/>
          </a:xfrm>
          <a:prstGeom prst="rect">
            <a:avLst/>
          </a:prstGeom>
          <a:ln w="0">
            <a:noFill/>
          </a:ln>
        </p:spPr>
      </p:sp>
      <p:sp>
        <p:nvSpPr>
          <p:cNvPr id="389"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GB" sz="1800" spc="-1" strike="noStrike">
              <a:solidFill>
                <a:srgbClr val="000000"/>
              </a:solidFill>
              <a:latin typeface="Arial"/>
            </a:endParaRPr>
          </a:p>
        </p:txBody>
      </p:sp>
      <p:sp>
        <p:nvSpPr>
          <p:cNvPr id="390" name="PlaceHolder 3"/>
          <p:cNvSpPr>
            <a:spLocks noGrp="1"/>
          </p:cNvSpPr>
          <p:nvPr>
            <p:ph type="sldNum" idx="9"/>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0ED3A042-9278-4913-9305-8D7D41B2CA92}" type="slidenum">
              <a:rPr b="0" lang="en-US" sz="1200" spc="-1" strike="noStrike">
                <a:solidFill>
                  <a:schemeClr val="dk1"/>
                </a:solidFill>
                <a:latin typeface="+mn-lt"/>
                <a:ea typeface="+mn-ea"/>
              </a:rPr>
              <a:t>&lt;number&gt;</a:t>
            </a:fld>
            <a:endParaRPr b="0" lang="en-GB" sz="1200" spc="-1" strike="noStrike">
              <a:solidFill>
                <a:srgbClr val="000000"/>
              </a:solidFill>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1" name="PlaceHolder 1"/>
          <p:cNvSpPr>
            <a:spLocks noGrp="1"/>
          </p:cNvSpPr>
          <p:nvPr>
            <p:ph type="sldImg"/>
          </p:nvPr>
        </p:nvSpPr>
        <p:spPr>
          <a:xfrm>
            <a:off x="685800" y="1143000"/>
            <a:ext cx="5486040" cy="3085920"/>
          </a:xfrm>
          <a:prstGeom prst="rect">
            <a:avLst/>
          </a:prstGeom>
          <a:ln w="0">
            <a:noFill/>
          </a:ln>
        </p:spPr>
      </p:sp>
      <p:sp>
        <p:nvSpPr>
          <p:cNvPr id="392"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GB" sz="1800" spc="-1" strike="noStrike">
              <a:solidFill>
                <a:srgbClr val="000000"/>
              </a:solidFill>
              <a:latin typeface="Arial"/>
            </a:endParaRPr>
          </a:p>
        </p:txBody>
      </p:sp>
      <p:sp>
        <p:nvSpPr>
          <p:cNvPr id="393" name="PlaceHolder 3"/>
          <p:cNvSpPr>
            <a:spLocks noGrp="1"/>
          </p:cNvSpPr>
          <p:nvPr>
            <p:ph type="sldNum" idx="10"/>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A907CA22-2D20-40D6-9DA7-71C5CD6EA374}" type="slidenum">
              <a:rPr b="0" lang="en-US" sz="1200" spc="-1" strike="noStrike">
                <a:solidFill>
                  <a:schemeClr val="dk1"/>
                </a:solidFill>
                <a:latin typeface="+mn-lt"/>
                <a:ea typeface="+mn-ea"/>
              </a:rPr>
              <a:t>&lt;number&gt;</a:t>
            </a:fld>
            <a:endParaRPr b="0" lang="en-GB" sz="1200" spc="-1" strike="noStrike">
              <a:solidFill>
                <a:srgbClr val="000000"/>
              </a:solidFill>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4" name="PlaceHolder 1"/>
          <p:cNvSpPr>
            <a:spLocks noGrp="1"/>
          </p:cNvSpPr>
          <p:nvPr>
            <p:ph type="sldImg"/>
          </p:nvPr>
        </p:nvSpPr>
        <p:spPr>
          <a:xfrm>
            <a:off x="685800" y="1143000"/>
            <a:ext cx="5486040" cy="3085920"/>
          </a:xfrm>
          <a:prstGeom prst="rect">
            <a:avLst/>
          </a:prstGeom>
          <a:ln w="0">
            <a:noFill/>
          </a:ln>
        </p:spPr>
      </p:sp>
      <p:sp>
        <p:nvSpPr>
          <p:cNvPr id="395"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GB" sz="1800" spc="-1" strike="noStrike">
              <a:solidFill>
                <a:srgbClr val="000000"/>
              </a:solidFill>
              <a:latin typeface="Arial"/>
            </a:endParaRPr>
          </a:p>
        </p:txBody>
      </p:sp>
      <p:sp>
        <p:nvSpPr>
          <p:cNvPr id="396" name="PlaceHolder 3"/>
          <p:cNvSpPr>
            <a:spLocks noGrp="1"/>
          </p:cNvSpPr>
          <p:nvPr>
            <p:ph type="sldNum" idx="11"/>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98351407-610C-4DC8-BC82-2249C6436818}" type="slidenum">
              <a:rPr b="0" lang="en-US" sz="1200" spc="-1" strike="noStrike">
                <a:solidFill>
                  <a:schemeClr val="dk1"/>
                </a:solidFill>
                <a:latin typeface="+mn-lt"/>
                <a:ea typeface="+mn-ea"/>
              </a:rPr>
              <a:t>&lt;number&gt;</a:t>
            </a:fld>
            <a:endParaRPr b="0" lang="en-GB" sz="1200" spc="-1" strike="noStrike">
              <a:solidFill>
                <a:srgbClr val="000000"/>
              </a:solidFill>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7" name="PlaceHolder 1"/>
          <p:cNvSpPr>
            <a:spLocks noGrp="1"/>
          </p:cNvSpPr>
          <p:nvPr>
            <p:ph type="sldImg"/>
          </p:nvPr>
        </p:nvSpPr>
        <p:spPr>
          <a:xfrm>
            <a:off x="685800" y="1143000"/>
            <a:ext cx="5486040" cy="3085920"/>
          </a:xfrm>
          <a:prstGeom prst="rect">
            <a:avLst/>
          </a:prstGeom>
          <a:ln w="0">
            <a:noFill/>
          </a:ln>
        </p:spPr>
      </p:sp>
      <p:sp>
        <p:nvSpPr>
          <p:cNvPr id="398"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GB" sz="1800" spc="-1" strike="noStrike">
              <a:solidFill>
                <a:srgbClr val="000000"/>
              </a:solidFill>
              <a:latin typeface="Arial"/>
            </a:endParaRPr>
          </a:p>
        </p:txBody>
      </p:sp>
      <p:sp>
        <p:nvSpPr>
          <p:cNvPr id="399" name="PlaceHolder 3"/>
          <p:cNvSpPr>
            <a:spLocks noGrp="1"/>
          </p:cNvSpPr>
          <p:nvPr>
            <p:ph type="sldNum" idx="12"/>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7EB0D2E7-6938-43BC-900A-0D72803B6F20}" type="slidenum">
              <a:rPr b="0" lang="en-US" sz="1200" spc="-1" strike="noStrike">
                <a:solidFill>
                  <a:schemeClr val="dk1"/>
                </a:solidFill>
                <a:latin typeface="+mn-lt"/>
                <a:ea typeface="+mn-ea"/>
              </a:rPr>
              <a:t>&lt;number&gt;</a:t>
            </a:fld>
            <a:endParaRPr b="0" lang="en-GB" sz="1200" spc="-1" strike="noStrike">
              <a:solidFill>
                <a:srgbClr val="000000"/>
              </a:solidFill>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0" name="PlaceHolder 1"/>
          <p:cNvSpPr>
            <a:spLocks noGrp="1"/>
          </p:cNvSpPr>
          <p:nvPr>
            <p:ph type="sldImg"/>
          </p:nvPr>
        </p:nvSpPr>
        <p:spPr>
          <a:xfrm>
            <a:off x="685800" y="1143000"/>
            <a:ext cx="5486040" cy="3085920"/>
          </a:xfrm>
          <a:prstGeom prst="rect">
            <a:avLst/>
          </a:prstGeom>
          <a:ln w="0">
            <a:noFill/>
          </a:ln>
        </p:spPr>
      </p:sp>
      <p:sp>
        <p:nvSpPr>
          <p:cNvPr id="401"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GB" sz="1800" spc="-1" strike="noStrike">
              <a:solidFill>
                <a:srgbClr val="000000"/>
              </a:solidFill>
              <a:latin typeface="Arial"/>
            </a:endParaRPr>
          </a:p>
        </p:txBody>
      </p:sp>
      <p:sp>
        <p:nvSpPr>
          <p:cNvPr id="402" name="PlaceHolder 3"/>
          <p:cNvSpPr>
            <a:spLocks noGrp="1"/>
          </p:cNvSpPr>
          <p:nvPr>
            <p:ph type="sldNum" idx="13"/>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E448666C-728F-4A37-A997-1E3A2C5AB437}" type="slidenum">
              <a:rPr b="0" lang="en-US" sz="1200" spc="-1" strike="noStrike">
                <a:solidFill>
                  <a:schemeClr val="dk1"/>
                </a:solidFill>
                <a:latin typeface="+mn-lt"/>
                <a:ea typeface="+mn-ea"/>
              </a:rPr>
              <a:t>&lt;number&gt;</a:t>
            </a:fld>
            <a:endParaRPr b="0" lang="en-GB" sz="12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buNone/>
            </a:pPr>
            <a:r>
              <a:rPr b="0" lang="en-GB" sz="1800" spc="-1" strike="noStrike">
                <a:solidFill>
                  <a:schemeClr val="dk1"/>
                </a:solidFill>
                <a:latin typeface="Calibri"/>
              </a:rPr>
              <a:t>Click to edit the title text format</a:t>
            </a:r>
            <a:endParaRPr b="0" lang="en-GB" sz="1800" spc="-1" strike="noStrike">
              <a:solidFill>
                <a:schemeClr val="dk1"/>
              </a:solidFill>
              <a:latin typeface="Calibri"/>
            </a:endParaRPr>
          </a:p>
        </p:txBody>
      </p:sp>
      <p:sp>
        <p:nvSpPr>
          <p:cNvPr id="1"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3200" spc="-1" strike="noStrike">
                <a:solidFill>
                  <a:schemeClr val="dk1"/>
                </a:solidFill>
                <a:latin typeface="Calibri"/>
              </a:rPr>
              <a:t>Click to edit the outline text format</a:t>
            </a:r>
            <a:endParaRPr b="0" lang="en-GB"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GB" sz="2400" spc="-1" strike="noStrike">
                <a:solidFill>
                  <a:schemeClr val="dk1"/>
                </a:solidFill>
                <a:latin typeface="Calibri"/>
              </a:rPr>
              <a:t>Second Outline Level</a:t>
            </a:r>
            <a:endParaRPr b="0" lang="en-GB" sz="24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GB" sz="2000" spc="-1" strike="noStrike">
                <a:solidFill>
                  <a:schemeClr val="dk1"/>
                </a:solidFill>
                <a:latin typeface="Calibri"/>
              </a:rPr>
              <a:t>Third Outline Level</a:t>
            </a:r>
            <a:endParaRPr b="0" lang="en-GB" sz="20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GB" sz="2000" spc="-1" strike="noStrike">
                <a:solidFill>
                  <a:schemeClr val="dk1"/>
                </a:solidFill>
                <a:latin typeface="Calibri"/>
              </a:rPr>
              <a:t>Fourth Outline Level</a:t>
            </a:r>
            <a:endParaRPr b="0" lang="en-GB" sz="20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GB" sz="2000" spc="-1" strike="noStrike">
                <a:solidFill>
                  <a:schemeClr val="dk1"/>
                </a:solidFill>
                <a:latin typeface="Calibri"/>
              </a:rPr>
              <a:t>Fifth Outline Level</a:t>
            </a:r>
            <a:endParaRPr b="0" lang="en-GB" sz="20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GB" sz="2000" spc="-1" strike="noStrike">
                <a:solidFill>
                  <a:schemeClr val="dk1"/>
                </a:solidFill>
                <a:latin typeface="Calibri"/>
              </a:rPr>
              <a:t>Sixth Outline Level</a:t>
            </a:r>
            <a:endParaRPr b="0" lang="en-GB" sz="20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GB" sz="2000" spc="-1" strike="noStrike">
                <a:solidFill>
                  <a:schemeClr val="dk1"/>
                </a:solidFill>
                <a:latin typeface="Calibri"/>
              </a:rPr>
              <a:t>Seventh Outline Level</a:t>
            </a:r>
            <a:endParaRPr b="0" lang="en-GB"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slideLayout" Target="../slideLayouts/slideLayout1.xml"/><Relationship Id="rId6"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slideLayout" Target="../slideLayouts/slideLayout1.xml"/><Relationship Id="rId6"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image" Target="../media/image11.png"/><Relationship Id="rId3" Type="http://schemas.openxmlformats.org/officeDocument/2006/relationships/image" Target="../media/image4.png"/><Relationship Id="rId4" Type="http://schemas.openxmlformats.org/officeDocument/2006/relationships/image" Target="../media/image12.png"/><Relationship Id="rId5" Type="http://schemas.openxmlformats.org/officeDocument/2006/relationships/slideLayout" Target="../slideLayouts/slideLayout1.xml"/><Relationship Id="rId6"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a1628"/>
        </a:solidFill>
      </p:bgPr>
    </p:bg>
    <p:spTree>
      <p:nvGrpSpPr>
        <p:cNvPr id="1" name=""/>
        <p:cNvGrpSpPr/>
        <p:nvPr/>
      </p:nvGrpSpPr>
      <p:grpSpPr>
        <a:xfrm>
          <a:off x="0" y="0"/>
          <a:ext cx="0" cy="0"/>
          <a:chOff x="0" y="0"/>
          <a:chExt cx="0" cy="0"/>
        </a:xfrm>
      </p:grpSpPr>
      <p:sp>
        <p:nvSpPr>
          <p:cNvPr id="8" name="Shape 0"/>
          <p:cNvSpPr/>
          <p:nvPr/>
        </p:nvSpPr>
        <p:spPr>
          <a:xfrm>
            <a:off x="0" y="0"/>
            <a:ext cx="360" cy="5143320"/>
          </a:xfrm>
          <a:prstGeom prst="line">
            <a:avLst/>
          </a:prstGeom>
          <a:ln w="6350">
            <a:solidFill>
              <a:srgbClr val="1a3060"/>
            </a:solidFill>
            <a:round/>
          </a:ln>
        </p:spPr>
        <p:style>
          <a:lnRef idx="0"/>
          <a:fillRef idx="0"/>
          <a:effectRef idx="0"/>
          <a:fontRef idx="minor"/>
        </p:style>
        <p:txBody>
          <a:bodyPr lIns="90000" rIns="90000" tIns="45000" bIns="45000" anchor="t" anchorCtr="1">
            <a:noAutofit/>
          </a:bodyPr>
          <a:p>
            <a:endParaRPr b="0" lang="en-GB" sz="1800" spc="-1" strike="noStrike">
              <a:solidFill>
                <a:srgbClr val="ffffff"/>
              </a:solidFill>
              <a:latin typeface="Arial"/>
            </a:endParaRPr>
          </a:p>
        </p:txBody>
      </p:sp>
      <p:sp>
        <p:nvSpPr>
          <p:cNvPr id="9" name="Shape 1"/>
          <p:cNvSpPr/>
          <p:nvPr/>
        </p:nvSpPr>
        <p:spPr>
          <a:xfrm>
            <a:off x="914400" y="0"/>
            <a:ext cx="360" cy="5143320"/>
          </a:xfrm>
          <a:prstGeom prst="line">
            <a:avLst/>
          </a:prstGeom>
          <a:ln w="6350">
            <a:solidFill>
              <a:srgbClr val="1a3060"/>
            </a:solidFill>
            <a:round/>
          </a:ln>
        </p:spPr>
        <p:style>
          <a:lnRef idx="0"/>
          <a:fillRef idx="0"/>
          <a:effectRef idx="0"/>
          <a:fontRef idx="minor"/>
        </p:style>
        <p:txBody>
          <a:bodyPr lIns="90000" rIns="90000" tIns="45000" bIns="45000" anchor="t" anchorCtr="1">
            <a:noAutofit/>
          </a:bodyPr>
          <a:p>
            <a:endParaRPr b="0" lang="en-GB" sz="1800" spc="-1" strike="noStrike">
              <a:solidFill>
                <a:srgbClr val="ffffff"/>
              </a:solidFill>
              <a:latin typeface="Arial"/>
            </a:endParaRPr>
          </a:p>
        </p:txBody>
      </p:sp>
      <p:sp>
        <p:nvSpPr>
          <p:cNvPr id="10" name="Shape 2"/>
          <p:cNvSpPr/>
          <p:nvPr/>
        </p:nvSpPr>
        <p:spPr>
          <a:xfrm>
            <a:off x="1828800" y="0"/>
            <a:ext cx="360" cy="5143320"/>
          </a:xfrm>
          <a:prstGeom prst="line">
            <a:avLst/>
          </a:prstGeom>
          <a:ln w="6350">
            <a:solidFill>
              <a:srgbClr val="1a3060"/>
            </a:solidFill>
            <a:round/>
          </a:ln>
        </p:spPr>
        <p:style>
          <a:lnRef idx="0"/>
          <a:fillRef idx="0"/>
          <a:effectRef idx="0"/>
          <a:fontRef idx="minor"/>
        </p:style>
        <p:txBody>
          <a:bodyPr lIns="90000" rIns="90000" tIns="45000" bIns="45000" anchor="t" anchorCtr="1">
            <a:noAutofit/>
          </a:bodyPr>
          <a:p>
            <a:endParaRPr b="0" lang="en-GB" sz="1800" spc="-1" strike="noStrike">
              <a:solidFill>
                <a:srgbClr val="ffffff"/>
              </a:solidFill>
              <a:latin typeface="Arial"/>
            </a:endParaRPr>
          </a:p>
        </p:txBody>
      </p:sp>
      <p:sp>
        <p:nvSpPr>
          <p:cNvPr id="11" name="Shape 3"/>
          <p:cNvSpPr/>
          <p:nvPr/>
        </p:nvSpPr>
        <p:spPr>
          <a:xfrm>
            <a:off x="2743200" y="0"/>
            <a:ext cx="360" cy="5143320"/>
          </a:xfrm>
          <a:prstGeom prst="line">
            <a:avLst/>
          </a:prstGeom>
          <a:ln w="6350">
            <a:solidFill>
              <a:srgbClr val="1a3060"/>
            </a:solidFill>
            <a:round/>
          </a:ln>
        </p:spPr>
        <p:style>
          <a:lnRef idx="0"/>
          <a:fillRef idx="0"/>
          <a:effectRef idx="0"/>
          <a:fontRef idx="minor"/>
        </p:style>
        <p:txBody>
          <a:bodyPr lIns="90000" rIns="90000" tIns="45000" bIns="45000" anchor="t" anchorCtr="1">
            <a:noAutofit/>
          </a:bodyPr>
          <a:p>
            <a:endParaRPr b="0" lang="en-GB" sz="1800" spc="-1" strike="noStrike">
              <a:solidFill>
                <a:srgbClr val="ffffff"/>
              </a:solidFill>
              <a:latin typeface="Arial"/>
            </a:endParaRPr>
          </a:p>
        </p:txBody>
      </p:sp>
      <p:sp>
        <p:nvSpPr>
          <p:cNvPr id="12" name="Shape 4"/>
          <p:cNvSpPr/>
          <p:nvPr/>
        </p:nvSpPr>
        <p:spPr>
          <a:xfrm>
            <a:off x="3657600" y="0"/>
            <a:ext cx="360" cy="5143320"/>
          </a:xfrm>
          <a:prstGeom prst="line">
            <a:avLst/>
          </a:prstGeom>
          <a:ln w="6350">
            <a:solidFill>
              <a:srgbClr val="1a3060"/>
            </a:solidFill>
            <a:round/>
          </a:ln>
        </p:spPr>
        <p:style>
          <a:lnRef idx="0"/>
          <a:fillRef idx="0"/>
          <a:effectRef idx="0"/>
          <a:fontRef idx="minor"/>
        </p:style>
        <p:txBody>
          <a:bodyPr lIns="90000" rIns="90000" tIns="45000" bIns="45000" anchor="t" anchorCtr="1">
            <a:noAutofit/>
          </a:bodyPr>
          <a:p>
            <a:endParaRPr b="0" lang="en-GB" sz="1800" spc="-1" strike="noStrike">
              <a:solidFill>
                <a:srgbClr val="ffffff"/>
              </a:solidFill>
              <a:latin typeface="Arial"/>
            </a:endParaRPr>
          </a:p>
        </p:txBody>
      </p:sp>
      <p:sp>
        <p:nvSpPr>
          <p:cNvPr id="13" name="Shape 5"/>
          <p:cNvSpPr/>
          <p:nvPr/>
        </p:nvSpPr>
        <p:spPr>
          <a:xfrm>
            <a:off x="4572000" y="0"/>
            <a:ext cx="360" cy="5143320"/>
          </a:xfrm>
          <a:prstGeom prst="line">
            <a:avLst/>
          </a:prstGeom>
          <a:ln w="6350">
            <a:solidFill>
              <a:srgbClr val="1a3060"/>
            </a:solidFill>
            <a:round/>
          </a:ln>
        </p:spPr>
        <p:style>
          <a:lnRef idx="0"/>
          <a:fillRef idx="0"/>
          <a:effectRef idx="0"/>
          <a:fontRef idx="minor"/>
        </p:style>
        <p:txBody>
          <a:bodyPr lIns="90000" rIns="90000" tIns="45000" bIns="45000" anchor="t" anchorCtr="1">
            <a:noAutofit/>
          </a:bodyPr>
          <a:p>
            <a:endParaRPr b="0" lang="en-GB" sz="1800" spc="-1" strike="noStrike">
              <a:solidFill>
                <a:srgbClr val="ffffff"/>
              </a:solidFill>
              <a:latin typeface="Arial"/>
            </a:endParaRPr>
          </a:p>
        </p:txBody>
      </p:sp>
      <p:sp>
        <p:nvSpPr>
          <p:cNvPr id="14" name="Shape 6"/>
          <p:cNvSpPr/>
          <p:nvPr/>
        </p:nvSpPr>
        <p:spPr>
          <a:xfrm>
            <a:off x="5486400" y="0"/>
            <a:ext cx="360" cy="5143320"/>
          </a:xfrm>
          <a:prstGeom prst="line">
            <a:avLst/>
          </a:prstGeom>
          <a:ln w="6350">
            <a:solidFill>
              <a:srgbClr val="1a3060"/>
            </a:solidFill>
            <a:round/>
          </a:ln>
        </p:spPr>
        <p:style>
          <a:lnRef idx="0"/>
          <a:fillRef idx="0"/>
          <a:effectRef idx="0"/>
          <a:fontRef idx="minor"/>
        </p:style>
        <p:txBody>
          <a:bodyPr lIns="90000" rIns="90000" tIns="45000" bIns="45000" anchor="t" anchorCtr="1">
            <a:noAutofit/>
          </a:bodyPr>
          <a:p>
            <a:endParaRPr b="0" lang="en-GB" sz="1800" spc="-1" strike="noStrike">
              <a:solidFill>
                <a:srgbClr val="ffffff"/>
              </a:solidFill>
              <a:latin typeface="Arial"/>
            </a:endParaRPr>
          </a:p>
        </p:txBody>
      </p:sp>
      <p:sp>
        <p:nvSpPr>
          <p:cNvPr id="15" name="Shape 7"/>
          <p:cNvSpPr/>
          <p:nvPr/>
        </p:nvSpPr>
        <p:spPr>
          <a:xfrm>
            <a:off x="6400800" y="0"/>
            <a:ext cx="360" cy="5143320"/>
          </a:xfrm>
          <a:prstGeom prst="line">
            <a:avLst/>
          </a:prstGeom>
          <a:ln w="6350">
            <a:solidFill>
              <a:srgbClr val="1a3060"/>
            </a:solidFill>
            <a:round/>
          </a:ln>
        </p:spPr>
        <p:style>
          <a:lnRef idx="0"/>
          <a:fillRef idx="0"/>
          <a:effectRef idx="0"/>
          <a:fontRef idx="minor"/>
        </p:style>
        <p:txBody>
          <a:bodyPr lIns="90000" rIns="90000" tIns="45000" bIns="45000" anchor="t" anchorCtr="1">
            <a:noAutofit/>
          </a:bodyPr>
          <a:p>
            <a:endParaRPr b="0" lang="en-GB" sz="1800" spc="-1" strike="noStrike">
              <a:solidFill>
                <a:srgbClr val="ffffff"/>
              </a:solidFill>
              <a:latin typeface="Arial"/>
            </a:endParaRPr>
          </a:p>
        </p:txBody>
      </p:sp>
      <p:sp>
        <p:nvSpPr>
          <p:cNvPr id="16" name="Shape 8"/>
          <p:cNvSpPr/>
          <p:nvPr/>
        </p:nvSpPr>
        <p:spPr>
          <a:xfrm>
            <a:off x="7315200" y="0"/>
            <a:ext cx="360" cy="5143320"/>
          </a:xfrm>
          <a:prstGeom prst="line">
            <a:avLst/>
          </a:prstGeom>
          <a:ln w="6350">
            <a:solidFill>
              <a:srgbClr val="1a3060"/>
            </a:solidFill>
            <a:round/>
          </a:ln>
        </p:spPr>
        <p:style>
          <a:lnRef idx="0"/>
          <a:fillRef idx="0"/>
          <a:effectRef idx="0"/>
          <a:fontRef idx="minor"/>
        </p:style>
        <p:txBody>
          <a:bodyPr lIns="90000" rIns="90000" tIns="45000" bIns="45000" anchor="t" anchorCtr="1">
            <a:noAutofit/>
          </a:bodyPr>
          <a:p>
            <a:endParaRPr b="0" lang="en-GB" sz="1800" spc="-1" strike="noStrike">
              <a:solidFill>
                <a:srgbClr val="ffffff"/>
              </a:solidFill>
              <a:latin typeface="Arial"/>
            </a:endParaRPr>
          </a:p>
        </p:txBody>
      </p:sp>
      <p:sp>
        <p:nvSpPr>
          <p:cNvPr id="17" name="Shape 9"/>
          <p:cNvSpPr/>
          <p:nvPr/>
        </p:nvSpPr>
        <p:spPr>
          <a:xfrm>
            <a:off x="8229600" y="0"/>
            <a:ext cx="360" cy="5143320"/>
          </a:xfrm>
          <a:prstGeom prst="line">
            <a:avLst/>
          </a:prstGeom>
          <a:ln w="6350">
            <a:solidFill>
              <a:srgbClr val="1a3060"/>
            </a:solidFill>
            <a:round/>
          </a:ln>
        </p:spPr>
        <p:style>
          <a:lnRef idx="0"/>
          <a:fillRef idx="0"/>
          <a:effectRef idx="0"/>
          <a:fontRef idx="minor"/>
        </p:style>
        <p:txBody>
          <a:bodyPr lIns="90000" rIns="90000" tIns="45000" bIns="45000" anchor="t" anchorCtr="1">
            <a:noAutofit/>
          </a:bodyPr>
          <a:p>
            <a:endParaRPr b="0" lang="en-GB" sz="1800" spc="-1" strike="noStrike">
              <a:solidFill>
                <a:srgbClr val="ffffff"/>
              </a:solidFill>
              <a:latin typeface="Arial"/>
            </a:endParaRPr>
          </a:p>
        </p:txBody>
      </p:sp>
      <p:sp>
        <p:nvSpPr>
          <p:cNvPr id="18" name="Shape 10"/>
          <p:cNvSpPr/>
          <p:nvPr/>
        </p:nvSpPr>
        <p:spPr>
          <a:xfrm>
            <a:off x="9144000" y="0"/>
            <a:ext cx="360" cy="5143320"/>
          </a:xfrm>
          <a:prstGeom prst="line">
            <a:avLst/>
          </a:prstGeom>
          <a:ln w="6350">
            <a:solidFill>
              <a:srgbClr val="1a3060"/>
            </a:solidFill>
            <a:round/>
          </a:ln>
        </p:spPr>
        <p:style>
          <a:lnRef idx="0"/>
          <a:fillRef idx="0"/>
          <a:effectRef idx="0"/>
          <a:fontRef idx="minor"/>
        </p:style>
        <p:txBody>
          <a:bodyPr lIns="90000" rIns="90000" tIns="45000" bIns="45000" anchor="t" anchorCtr="1">
            <a:noAutofit/>
          </a:bodyPr>
          <a:p>
            <a:endParaRPr b="0" lang="en-GB" sz="1800" spc="-1" strike="noStrike">
              <a:solidFill>
                <a:srgbClr val="ffffff"/>
              </a:solidFill>
              <a:latin typeface="Arial"/>
            </a:endParaRPr>
          </a:p>
        </p:txBody>
      </p:sp>
      <p:sp>
        <p:nvSpPr>
          <p:cNvPr id="19" name="Shape 11"/>
          <p:cNvSpPr/>
          <p:nvPr/>
        </p:nvSpPr>
        <p:spPr>
          <a:xfrm>
            <a:off x="0" y="0"/>
            <a:ext cx="9144000" cy="360"/>
          </a:xfrm>
          <a:prstGeom prst="line">
            <a:avLst/>
          </a:prstGeom>
          <a:ln w="6350">
            <a:solidFill>
              <a:srgbClr val="1a3060"/>
            </a:solidFill>
            <a:round/>
          </a:ln>
        </p:spPr>
        <p:style>
          <a:lnRef idx="0"/>
          <a:fillRef idx="0"/>
          <a:effectRef idx="0"/>
          <a:fontRef idx="minor"/>
        </p:style>
        <p:txBody>
          <a:bodyPr lIns="90000" rIns="90000" tIns="-44640" bIns="-44640" anchor="t" anchorCtr="1">
            <a:noAutofit/>
          </a:bodyPr>
          <a:p>
            <a:endParaRPr b="0" lang="en-GB" sz="1800" spc="-1" strike="noStrike">
              <a:solidFill>
                <a:srgbClr val="ffffff"/>
              </a:solidFill>
              <a:latin typeface="Arial"/>
            </a:endParaRPr>
          </a:p>
        </p:txBody>
      </p:sp>
      <p:sp>
        <p:nvSpPr>
          <p:cNvPr id="20" name="Shape 12"/>
          <p:cNvSpPr/>
          <p:nvPr/>
        </p:nvSpPr>
        <p:spPr>
          <a:xfrm>
            <a:off x="0" y="822960"/>
            <a:ext cx="9144000" cy="360"/>
          </a:xfrm>
          <a:prstGeom prst="line">
            <a:avLst/>
          </a:prstGeom>
          <a:ln w="6350">
            <a:solidFill>
              <a:srgbClr val="1a3060"/>
            </a:solidFill>
            <a:round/>
          </a:ln>
        </p:spPr>
        <p:style>
          <a:lnRef idx="0"/>
          <a:fillRef idx="0"/>
          <a:effectRef idx="0"/>
          <a:fontRef idx="minor"/>
        </p:style>
        <p:txBody>
          <a:bodyPr lIns="90000" rIns="90000" tIns="-44640" bIns="-44640" anchor="t" anchorCtr="1">
            <a:noAutofit/>
          </a:bodyPr>
          <a:p>
            <a:endParaRPr b="0" lang="en-GB" sz="1800" spc="-1" strike="noStrike">
              <a:solidFill>
                <a:srgbClr val="ffffff"/>
              </a:solidFill>
              <a:latin typeface="Arial"/>
            </a:endParaRPr>
          </a:p>
        </p:txBody>
      </p:sp>
      <p:sp>
        <p:nvSpPr>
          <p:cNvPr id="21" name="Shape 13"/>
          <p:cNvSpPr/>
          <p:nvPr/>
        </p:nvSpPr>
        <p:spPr>
          <a:xfrm>
            <a:off x="0" y="1645920"/>
            <a:ext cx="9144000" cy="360"/>
          </a:xfrm>
          <a:prstGeom prst="line">
            <a:avLst/>
          </a:prstGeom>
          <a:ln w="6350">
            <a:solidFill>
              <a:srgbClr val="1a3060"/>
            </a:solidFill>
            <a:round/>
          </a:ln>
        </p:spPr>
        <p:style>
          <a:lnRef idx="0"/>
          <a:fillRef idx="0"/>
          <a:effectRef idx="0"/>
          <a:fontRef idx="minor"/>
        </p:style>
        <p:txBody>
          <a:bodyPr lIns="90000" rIns="90000" tIns="-44640" bIns="-44640" anchor="t" anchorCtr="1">
            <a:noAutofit/>
          </a:bodyPr>
          <a:p>
            <a:endParaRPr b="0" lang="en-GB" sz="1800" spc="-1" strike="noStrike">
              <a:solidFill>
                <a:srgbClr val="ffffff"/>
              </a:solidFill>
              <a:latin typeface="Arial"/>
            </a:endParaRPr>
          </a:p>
        </p:txBody>
      </p:sp>
      <p:sp>
        <p:nvSpPr>
          <p:cNvPr id="22" name="Shape 14"/>
          <p:cNvSpPr/>
          <p:nvPr/>
        </p:nvSpPr>
        <p:spPr>
          <a:xfrm>
            <a:off x="0" y="2468880"/>
            <a:ext cx="9144000" cy="360"/>
          </a:xfrm>
          <a:prstGeom prst="line">
            <a:avLst/>
          </a:prstGeom>
          <a:ln w="6350">
            <a:solidFill>
              <a:srgbClr val="1a3060"/>
            </a:solidFill>
            <a:round/>
          </a:ln>
        </p:spPr>
        <p:style>
          <a:lnRef idx="0"/>
          <a:fillRef idx="0"/>
          <a:effectRef idx="0"/>
          <a:fontRef idx="minor"/>
        </p:style>
        <p:txBody>
          <a:bodyPr lIns="90000" rIns="90000" tIns="-44640" bIns="-44640" anchor="t" anchorCtr="1">
            <a:noAutofit/>
          </a:bodyPr>
          <a:p>
            <a:endParaRPr b="0" lang="en-GB" sz="1800" spc="-1" strike="noStrike">
              <a:solidFill>
                <a:srgbClr val="ffffff"/>
              </a:solidFill>
              <a:latin typeface="Arial"/>
            </a:endParaRPr>
          </a:p>
        </p:txBody>
      </p:sp>
      <p:sp>
        <p:nvSpPr>
          <p:cNvPr id="23" name="Shape 15"/>
          <p:cNvSpPr/>
          <p:nvPr/>
        </p:nvSpPr>
        <p:spPr>
          <a:xfrm>
            <a:off x="0" y="3291840"/>
            <a:ext cx="9144000" cy="360"/>
          </a:xfrm>
          <a:prstGeom prst="line">
            <a:avLst/>
          </a:prstGeom>
          <a:ln w="6350">
            <a:solidFill>
              <a:srgbClr val="1a3060"/>
            </a:solidFill>
            <a:round/>
          </a:ln>
        </p:spPr>
        <p:style>
          <a:lnRef idx="0"/>
          <a:fillRef idx="0"/>
          <a:effectRef idx="0"/>
          <a:fontRef idx="minor"/>
        </p:style>
        <p:txBody>
          <a:bodyPr lIns="90000" rIns="90000" tIns="-44640" bIns="-44640" anchor="t" anchorCtr="1">
            <a:noAutofit/>
          </a:bodyPr>
          <a:p>
            <a:endParaRPr b="0" lang="en-GB" sz="1800" spc="-1" strike="noStrike">
              <a:solidFill>
                <a:srgbClr val="ffffff"/>
              </a:solidFill>
              <a:latin typeface="Arial"/>
            </a:endParaRPr>
          </a:p>
        </p:txBody>
      </p:sp>
      <p:sp>
        <p:nvSpPr>
          <p:cNvPr id="24" name="Shape 16"/>
          <p:cNvSpPr/>
          <p:nvPr/>
        </p:nvSpPr>
        <p:spPr>
          <a:xfrm>
            <a:off x="0" y="4114800"/>
            <a:ext cx="9144000" cy="360"/>
          </a:xfrm>
          <a:prstGeom prst="line">
            <a:avLst/>
          </a:prstGeom>
          <a:ln w="6350">
            <a:solidFill>
              <a:srgbClr val="1a3060"/>
            </a:solidFill>
            <a:round/>
          </a:ln>
        </p:spPr>
        <p:style>
          <a:lnRef idx="0"/>
          <a:fillRef idx="0"/>
          <a:effectRef idx="0"/>
          <a:fontRef idx="minor"/>
        </p:style>
        <p:txBody>
          <a:bodyPr lIns="90000" rIns="90000" tIns="-44640" bIns="-44640" anchor="t" anchorCtr="1">
            <a:noAutofit/>
          </a:bodyPr>
          <a:p>
            <a:endParaRPr b="0" lang="en-GB" sz="1800" spc="-1" strike="noStrike">
              <a:solidFill>
                <a:srgbClr val="ffffff"/>
              </a:solidFill>
              <a:latin typeface="Arial"/>
            </a:endParaRPr>
          </a:p>
        </p:txBody>
      </p:sp>
      <p:sp>
        <p:nvSpPr>
          <p:cNvPr id="25" name="Shape 17"/>
          <p:cNvSpPr/>
          <p:nvPr/>
        </p:nvSpPr>
        <p:spPr>
          <a:xfrm>
            <a:off x="0" y="4937760"/>
            <a:ext cx="9144000" cy="360"/>
          </a:xfrm>
          <a:prstGeom prst="line">
            <a:avLst/>
          </a:prstGeom>
          <a:ln w="6350">
            <a:solidFill>
              <a:srgbClr val="1a3060"/>
            </a:solidFill>
            <a:round/>
          </a:ln>
        </p:spPr>
        <p:style>
          <a:lnRef idx="0"/>
          <a:fillRef idx="0"/>
          <a:effectRef idx="0"/>
          <a:fontRef idx="minor"/>
        </p:style>
        <p:txBody>
          <a:bodyPr lIns="90000" rIns="90000" tIns="-44640" bIns="-44640" anchor="t" anchorCtr="1">
            <a:noAutofit/>
          </a:bodyPr>
          <a:p>
            <a:endParaRPr b="0" lang="en-GB" sz="1800" spc="-1" strike="noStrike">
              <a:solidFill>
                <a:srgbClr val="ffffff"/>
              </a:solidFill>
              <a:latin typeface="Arial"/>
            </a:endParaRPr>
          </a:p>
        </p:txBody>
      </p:sp>
      <p:sp>
        <p:nvSpPr>
          <p:cNvPr id="26" name="Shape 18"/>
          <p:cNvSpPr/>
          <p:nvPr/>
        </p:nvSpPr>
        <p:spPr>
          <a:xfrm>
            <a:off x="0" y="0"/>
            <a:ext cx="9143640" cy="54360"/>
          </a:xfrm>
          <a:prstGeom prst="rect">
            <a:avLst/>
          </a:prstGeom>
          <a:solidFill>
            <a:srgbClr val="c9a84c"/>
          </a:solidFill>
          <a:ln w="12700">
            <a:solidFill>
              <a:srgbClr val="c9a84c"/>
            </a:solidFill>
            <a:round/>
          </a:ln>
        </p:spPr>
        <p:style>
          <a:lnRef idx="0"/>
          <a:fillRef idx="0"/>
          <a:effectRef idx="0"/>
          <a:fontRef idx="minor"/>
        </p:style>
        <p:txBody>
          <a:bodyPr lIns="90000" rIns="90000" tIns="9720" bIns="9720" anchor="t">
            <a:noAutofit/>
          </a:bodyPr>
          <a:p>
            <a:endParaRPr b="0" lang="en-GB" sz="1800" spc="-1" strike="noStrike">
              <a:solidFill>
                <a:srgbClr val="000000"/>
              </a:solidFill>
              <a:latin typeface="Arial"/>
            </a:endParaRPr>
          </a:p>
        </p:txBody>
      </p:sp>
      <p:sp>
        <p:nvSpPr>
          <p:cNvPr id="27" name="Shape 19"/>
          <p:cNvSpPr/>
          <p:nvPr/>
        </p:nvSpPr>
        <p:spPr>
          <a:xfrm>
            <a:off x="3200400" y="731520"/>
            <a:ext cx="2742840" cy="2742840"/>
          </a:xfrm>
          <a:prstGeom prst="ellipse">
            <a:avLst/>
          </a:prstGeom>
          <a:solidFill>
            <a:srgbClr val="1a3060">
              <a:alpha val="40000"/>
            </a:srgbClr>
          </a:solidFill>
          <a:ln w="6350">
            <a:solidFill>
              <a:srgbClr val="c9a84c">
                <a:alpha val="40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pic>
        <p:nvPicPr>
          <p:cNvPr id="28" name="Image 0" descr="preencoded.png"/>
          <p:cNvPicPr/>
          <p:nvPr/>
        </p:nvPicPr>
        <p:blipFill>
          <a:blip r:embed="rId1"/>
          <a:stretch/>
        </p:blipFill>
        <p:spPr>
          <a:xfrm>
            <a:off x="4229280" y="1097280"/>
            <a:ext cx="685440" cy="685440"/>
          </a:xfrm>
          <a:prstGeom prst="rect">
            <a:avLst/>
          </a:prstGeom>
          <a:ln w="0">
            <a:noFill/>
          </a:ln>
        </p:spPr>
      </p:pic>
      <p:sp>
        <p:nvSpPr>
          <p:cNvPr id="29" name="Text 20"/>
          <p:cNvSpPr/>
          <p:nvPr/>
        </p:nvSpPr>
        <p:spPr>
          <a:xfrm>
            <a:off x="457200" y="1874520"/>
            <a:ext cx="8229240" cy="9140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5600" spc="599" strike="noStrike">
                <a:solidFill>
                  <a:srgbClr val="ffffff"/>
                </a:solidFill>
                <a:latin typeface="Georgia"/>
                <a:ea typeface="Georgia"/>
              </a:rPr>
              <a:t>PROOFSTAMP</a:t>
            </a:r>
            <a:endParaRPr b="0" lang="en-GB" sz="5600" spc="-1" strike="noStrike">
              <a:solidFill>
                <a:srgbClr val="ffffff"/>
              </a:solidFill>
              <a:latin typeface="Arial"/>
            </a:endParaRPr>
          </a:p>
        </p:txBody>
      </p:sp>
      <p:sp>
        <p:nvSpPr>
          <p:cNvPr id="30" name="Shape 21"/>
          <p:cNvSpPr/>
          <p:nvPr/>
        </p:nvSpPr>
        <p:spPr>
          <a:xfrm>
            <a:off x="3200400" y="2926080"/>
            <a:ext cx="2742840" cy="36360"/>
          </a:xfrm>
          <a:prstGeom prst="rect">
            <a:avLst/>
          </a:prstGeom>
          <a:solidFill>
            <a:srgbClr val="c9a84c"/>
          </a:solidFill>
          <a:ln w="12700">
            <a:solidFill>
              <a:srgbClr val="c9a84c"/>
            </a:solidFill>
            <a:round/>
          </a:ln>
        </p:spPr>
        <p:style>
          <a:lnRef idx="0"/>
          <a:fillRef idx="0"/>
          <a:effectRef idx="0"/>
          <a:fontRef idx="minor"/>
        </p:style>
        <p:txBody>
          <a:bodyPr lIns="90000" rIns="90000" tIns="-8280" bIns="-8280" anchor="t">
            <a:noAutofit/>
          </a:bodyPr>
          <a:p>
            <a:endParaRPr b="0" lang="en-GB" sz="1800" spc="-1" strike="noStrike">
              <a:solidFill>
                <a:srgbClr val="000000"/>
              </a:solidFill>
              <a:latin typeface="Arial"/>
            </a:endParaRPr>
          </a:p>
        </p:txBody>
      </p:sp>
      <p:sp>
        <p:nvSpPr>
          <p:cNvPr id="31" name="Text 22"/>
          <p:cNvSpPr/>
          <p:nvPr/>
        </p:nvSpPr>
        <p:spPr>
          <a:xfrm>
            <a:off x="914400" y="3063240"/>
            <a:ext cx="7314840" cy="5025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i="1" lang="en-US" sz="1800" spc="-1" strike="noStrike">
                <a:solidFill>
                  <a:srgbClr val="e8c96a"/>
                </a:solidFill>
                <a:latin typeface="Georgia"/>
                <a:ea typeface="Georgia"/>
              </a:rPr>
              <a:t>Own What You Create.</a:t>
            </a:r>
            <a:endParaRPr b="0" lang="en-GB" sz="1800" spc="-1" strike="noStrike">
              <a:solidFill>
                <a:srgbClr val="ffffff"/>
              </a:solidFill>
              <a:latin typeface="Arial"/>
            </a:endParaRPr>
          </a:p>
        </p:txBody>
      </p:sp>
      <p:sp>
        <p:nvSpPr>
          <p:cNvPr id="32" name="Shape 24"/>
          <p:cNvSpPr/>
          <p:nvPr/>
        </p:nvSpPr>
        <p:spPr>
          <a:xfrm>
            <a:off x="0" y="5088600"/>
            <a:ext cx="9143640" cy="54360"/>
          </a:xfrm>
          <a:prstGeom prst="rect">
            <a:avLst/>
          </a:prstGeom>
          <a:solidFill>
            <a:srgbClr val="c9a84c"/>
          </a:solidFill>
          <a:ln w="12700">
            <a:solidFill>
              <a:srgbClr val="c9a84c"/>
            </a:solidFill>
            <a:round/>
          </a:ln>
        </p:spPr>
        <p:style>
          <a:lnRef idx="0"/>
          <a:fillRef idx="0"/>
          <a:effectRef idx="0"/>
          <a:fontRef idx="minor"/>
        </p:style>
        <p:txBody>
          <a:bodyPr lIns="90000" rIns="90000" tIns="9720" bIns="9720" anchor="t">
            <a:noAutofit/>
          </a:bodyPr>
          <a:p>
            <a:endParaRPr b="0" lang="en-GB" sz="1800" spc="-1" strike="noStrike">
              <a:solidFill>
                <a:srgbClr val="000000"/>
              </a:solidFill>
              <a:latin typeface="Arial"/>
            </a:endParaRPr>
          </a:p>
        </p:txBody>
      </p:sp>
      <p:sp>
        <p:nvSpPr>
          <p:cNvPr id="33" name="Text 33"/>
          <p:cNvSpPr/>
          <p:nvPr/>
        </p:nvSpPr>
        <p:spPr>
          <a:xfrm>
            <a:off x="914400" y="3819240"/>
            <a:ext cx="7314840" cy="5025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spcBef>
                <a:spcPts val="1191"/>
              </a:spcBef>
              <a:spcAft>
                <a:spcPts val="992"/>
              </a:spcAft>
              <a:tabLst>
                <a:tab algn="l" pos="0"/>
              </a:tabLst>
            </a:pPr>
            <a:r>
              <a:rPr b="1" lang="en-US" sz="1300" spc="-1" strike="noStrike">
                <a:solidFill>
                  <a:srgbClr val="e8c96a"/>
                </a:solidFill>
                <a:latin typeface="Georgia"/>
                <a:ea typeface="Georgia"/>
              </a:rPr>
              <a:t>First of its kind in the </a:t>
            </a:r>
            <a:r>
              <a:rPr b="1" lang="en-US" sz="1300" spc="-1" strike="noStrike">
                <a:solidFill>
                  <a:srgbClr val="e8c96a"/>
                </a:solidFill>
                <a:latin typeface="Georgia"/>
                <a:ea typeface="Georgia"/>
              </a:rPr>
              <a:t>world: built on C2PA </a:t>
            </a:r>
            <a:r>
              <a:rPr b="1" lang="en-US" sz="1300" spc="-1" strike="noStrike">
                <a:solidFill>
                  <a:srgbClr val="e8c96a"/>
                </a:solidFill>
                <a:latin typeface="Georgia"/>
                <a:ea typeface="Georgia"/>
              </a:rPr>
              <a:t>standards and Indian </a:t>
            </a:r>
            <a:r>
              <a:rPr b="1" lang="en-US" sz="1300" spc="-1" strike="noStrike">
                <a:solidFill>
                  <a:srgbClr val="e8c96a"/>
                </a:solidFill>
                <a:latin typeface="Georgia"/>
                <a:ea typeface="Georgia"/>
              </a:rPr>
              <a:t>copyright law, the </a:t>
            </a:r>
            <a:r>
              <a:rPr b="1" lang="en-US" sz="1300" spc="-1" strike="noStrike">
                <a:solidFill>
                  <a:srgbClr val="e8c96a"/>
                </a:solidFill>
                <a:latin typeface="Georgia"/>
                <a:ea typeface="Georgia"/>
              </a:rPr>
              <a:t>only platform that </a:t>
            </a:r>
            <a:r>
              <a:rPr b="1" lang="en-US" sz="1300" spc="-1" strike="noStrike">
                <a:solidFill>
                  <a:srgbClr val="e8c96a"/>
                </a:solidFill>
                <a:latin typeface="Georgia"/>
                <a:ea typeface="Georgia"/>
              </a:rPr>
              <a:t>makes courtroom </a:t>
            </a:r>
            <a:r>
              <a:rPr b="1" lang="en-US" sz="1300" spc="-1" strike="noStrike">
                <a:solidFill>
                  <a:srgbClr val="e8c96a"/>
                </a:solidFill>
                <a:latin typeface="Georgia"/>
                <a:ea typeface="Georgia"/>
              </a:rPr>
              <a:t>ready ownership </a:t>
            </a:r>
            <a:r>
              <a:rPr b="1" lang="en-US" sz="1300" spc="-1" strike="noStrike">
                <a:solidFill>
                  <a:srgbClr val="e8c96a"/>
                </a:solidFill>
                <a:latin typeface="Georgia"/>
                <a:ea typeface="Georgia"/>
              </a:rPr>
              <a:t>evidence of your </a:t>
            </a:r>
            <a:r>
              <a:rPr b="1" lang="en-US" sz="1300" spc="-1" strike="noStrike">
                <a:solidFill>
                  <a:srgbClr val="e8c96a"/>
                </a:solidFill>
                <a:latin typeface="Georgia"/>
                <a:ea typeface="Georgia"/>
              </a:rPr>
              <a:t>files , in seconds</a:t>
            </a:r>
            <a:endParaRPr b="1" lang="en-GB" sz="1300" spc="-1" strike="noStrike">
              <a:solidFill>
                <a:srgbClr val="ffffff"/>
              </a:solidFill>
              <a:latin typeface="Arial"/>
            </a:endParaRPr>
          </a:p>
        </p:txBody>
      </p:sp>
      <p:sp>
        <p:nvSpPr>
          <p:cNvPr id="34" name="Text 37"/>
          <p:cNvSpPr/>
          <p:nvPr/>
        </p:nvSpPr>
        <p:spPr>
          <a:xfrm>
            <a:off x="53280" y="-68760"/>
            <a:ext cx="7314840" cy="502560"/>
          </a:xfrm>
          <a:prstGeom prst="rect">
            <a:avLst/>
          </a:prstGeom>
          <a:noFill/>
          <a:ln w="0">
            <a:noFill/>
          </a:ln>
        </p:spPr>
        <p:style>
          <a:lnRef idx="0"/>
          <a:fillRef idx="0"/>
          <a:effectRef idx="0"/>
          <a:fontRef idx="minor"/>
        </p:style>
        <p:txBody>
          <a:bodyPr lIns="0" rIns="0" tIns="0" bIns="0" anchor="ctr">
            <a:noAutofit/>
          </a:bodyPr>
          <a:p>
            <a:pPr defTabSz="914400">
              <a:lnSpc>
                <a:spcPct val="100000"/>
              </a:lnSpc>
              <a:spcBef>
                <a:spcPts val="1191"/>
              </a:spcBef>
              <a:spcAft>
                <a:spcPts val="992"/>
              </a:spcAft>
              <a:tabLst>
                <a:tab algn="l" pos="0"/>
              </a:tabLst>
            </a:pPr>
            <a:r>
              <a:rPr b="1" lang="en-US" sz="1000" spc="-1" strike="noStrike">
                <a:solidFill>
                  <a:srgbClr val="e8c96a"/>
                </a:solidFill>
                <a:latin typeface="Georgia"/>
                <a:ea typeface="Georgia"/>
              </a:rPr>
              <a:t>Team: Pramp; Sarthak, </a:t>
            </a:r>
            <a:r>
              <a:rPr b="1" lang="en-US" sz="1000" spc="-1" strike="noStrike">
                <a:solidFill>
                  <a:srgbClr val="e8c96a"/>
                </a:solidFill>
                <a:latin typeface="Georgia"/>
                <a:ea typeface="Georgia"/>
              </a:rPr>
              <a:t>Unnati, Manav, Sara, </a:t>
            </a:r>
            <a:r>
              <a:rPr b="1" lang="en-US" sz="1000" spc="-1" strike="noStrike">
                <a:solidFill>
                  <a:srgbClr val="e8c96a"/>
                </a:solidFill>
                <a:latin typeface="Georgia"/>
                <a:ea typeface="Georgia"/>
              </a:rPr>
              <a:t>Pratyaksh</a:t>
            </a:r>
            <a:endParaRPr b="1" lang="en-GB"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a1628"/>
        </a:solidFill>
      </p:bgPr>
    </p:bg>
    <p:spTree>
      <p:nvGrpSpPr>
        <p:cNvPr id="1" name=""/>
        <p:cNvGrpSpPr/>
        <p:nvPr/>
      </p:nvGrpSpPr>
      <p:grpSpPr>
        <a:xfrm>
          <a:off x="0" y="0"/>
          <a:ext cx="0" cy="0"/>
          <a:chOff x="0" y="0"/>
          <a:chExt cx="0" cy="0"/>
        </a:xfrm>
      </p:grpSpPr>
      <p:sp>
        <p:nvSpPr>
          <p:cNvPr id="35" name="Shape 0"/>
          <p:cNvSpPr/>
          <p:nvPr/>
        </p:nvSpPr>
        <p:spPr>
          <a:xfrm>
            <a:off x="0" y="0"/>
            <a:ext cx="9143640" cy="54360"/>
          </a:xfrm>
          <a:prstGeom prst="rect">
            <a:avLst/>
          </a:prstGeom>
          <a:solidFill>
            <a:srgbClr val="c9a84c"/>
          </a:solidFill>
          <a:ln w="12700">
            <a:solidFill>
              <a:srgbClr val="c9a84c"/>
            </a:solidFill>
            <a:round/>
          </a:ln>
        </p:spPr>
        <p:style>
          <a:lnRef idx="0"/>
          <a:fillRef idx="0"/>
          <a:effectRef idx="0"/>
          <a:fontRef idx="minor"/>
        </p:style>
        <p:txBody>
          <a:bodyPr lIns="90000" rIns="90000" tIns="9720" bIns="9720" anchor="t">
            <a:noAutofit/>
          </a:bodyPr>
          <a:p>
            <a:endParaRPr b="0" lang="en-GB" sz="1800" spc="-1" strike="noStrike">
              <a:solidFill>
                <a:srgbClr val="000000"/>
              </a:solidFill>
              <a:latin typeface="Arial"/>
            </a:endParaRPr>
          </a:p>
        </p:txBody>
      </p:sp>
      <p:sp>
        <p:nvSpPr>
          <p:cNvPr id="36" name="Text 1"/>
          <p:cNvSpPr/>
          <p:nvPr/>
        </p:nvSpPr>
        <p:spPr>
          <a:xfrm>
            <a:off x="457200" y="110880"/>
            <a:ext cx="822924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00" spc="398" strike="noStrike">
                <a:solidFill>
                  <a:srgbClr val="c9a84c"/>
                </a:solidFill>
                <a:latin typeface="Calibri"/>
                <a:ea typeface="Calibri"/>
              </a:rPr>
              <a:t>THE PROBLEM</a:t>
            </a:r>
            <a:endParaRPr b="0" lang="en-GB" sz="1000" spc="-1" strike="noStrike">
              <a:solidFill>
                <a:srgbClr val="ffffff"/>
              </a:solidFill>
              <a:latin typeface="Arial"/>
            </a:endParaRPr>
          </a:p>
        </p:txBody>
      </p:sp>
      <p:sp>
        <p:nvSpPr>
          <p:cNvPr id="37" name="Text 2"/>
          <p:cNvSpPr/>
          <p:nvPr/>
        </p:nvSpPr>
        <p:spPr>
          <a:xfrm>
            <a:off x="457200" y="522360"/>
            <a:ext cx="8229240" cy="6854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000" spc="-1" strike="noStrike">
                <a:solidFill>
                  <a:srgbClr val="ffffff"/>
                </a:solidFill>
                <a:latin typeface="Georgia"/>
                <a:ea typeface="Georgia"/>
              </a:rPr>
              <a:t>Millions of creators lose their work every day.</a:t>
            </a:r>
            <a:endParaRPr b="0" lang="en-GB" sz="3000" spc="-1" strike="noStrike">
              <a:solidFill>
                <a:srgbClr val="ffffff"/>
              </a:solidFill>
              <a:latin typeface="Arial"/>
            </a:endParaRPr>
          </a:p>
        </p:txBody>
      </p:sp>
      <p:sp>
        <p:nvSpPr>
          <p:cNvPr id="38" name="Text 3"/>
          <p:cNvSpPr/>
          <p:nvPr/>
        </p:nvSpPr>
        <p:spPr>
          <a:xfrm>
            <a:off x="457200" y="1270440"/>
            <a:ext cx="8229240" cy="5025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600" spc="-1" strike="noStrike">
                <a:solidFill>
                  <a:srgbClr val="e8c96a"/>
                </a:solidFill>
                <a:latin typeface="Georgia"/>
                <a:ea typeface="Georgia"/>
              </a:rPr>
              <a:t>And no one can prove it was ever theirs</a:t>
            </a:r>
            <a:r>
              <a:rPr b="0" i="1" lang="en-US" sz="2000" spc="-1" strike="noStrike">
                <a:solidFill>
                  <a:srgbClr val="e8c96a"/>
                </a:solidFill>
                <a:latin typeface="Georgia"/>
                <a:ea typeface="Georgia"/>
              </a:rPr>
              <a:t>.</a:t>
            </a:r>
            <a:endParaRPr b="0" lang="en-GB" sz="2000" spc="-1" strike="noStrike">
              <a:solidFill>
                <a:srgbClr val="ffffff"/>
              </a:solidFill>
              <a:latin typeface="Arial"/>
            </a:endParaRPr>
          </a:p>
        </p:txBody>
      </p:sp>
      <p:sp>
        <p:nvSpPr>
          <p:cNvPr id="39" name="Shape 4"/>
          <p:cNvSpPr/>
          <p:nvPr/>
        </p:nvSpPr>
        <p:spPr>
          <a:xfrm>
            <a:off x="365760" y="1874520"/>
            <a:ext cx="2605680" cy="1462680"/>
          </a:xfrm>
          <a:prstGeom prst="rect">
            <a:avLst/>
          </a:prstGeom>
          <a:solidFill>
            <a:srgbClr val="132035"/>
          </a:solidFill>
          <a:ln w="12700">
            <a:solidFill>
              <a:srgbClr val="162b52"/>
            </a:solidFill>
            <a:round/>
          </a:ln>
          <a:effectLst>
            <a:outerShdw algn="bl" blurRad="127080" dir="8100000" dist="50402" kx="0" ky="0" rotWithShape="0" sx="100000" sy="100000">
              <a:srgbClr val="000000">
                <a:alpha val="25000"/>
              </a:srgbClr>
            </a:outerShdw>
          </a:effectLst>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40" name="Shape 5"/>
          <p:cNvSpPr/>
          <p:nvPr/>
        </p:nvSpPr>
        <p:spPr>
          <a:xfrm>
            <a:off x="365760" y="1874520"/>
            <a:ext cx="2605680" cy="45360"/>
          </a:xfrm>
          <a:prstGeom prst="rect">
            <a:avLst/>
          </a:prstGeom>
          <a:solidFill>
            <a:srgbClr val="c9a84c"/>
          </a:solidFill>
          <a:ln w="12700">
            <a:solidFill>
              <a:srgbClr val="c9a84c"/>
            </a:solidFill>
            <a:round/>
          </a:ln>
        </p:spPr>
        <p:style>
          <a:lnRef idx="0"/>
          <a:fillRef idx="0"/>
          <a:effectRef idx="0"/>
          <a:fontRef idx="minor"/>
        </p:style>
        <p:txBody>
          <a:bodyPr lIns="90000" rIns="90000" tIns="720" bIns="720" anchor="t">
            <a:noAutofit/>
          </a:bodyPr>
          <a:p>
            <a:endParaRPr b="0" lang="en-GB" sz="1800" spc="-1" strike="noStrike">
              <a:solidFill>
                <a:srgbClr val="000000"/>
              </a:solidFill>
              <a:latin typeface="Arial"/>
            </a:endParaRPr>
          </a:p>
        </p:txBody>
      </p:sp>
      <p:sp>
        <p:nvSpPr>
          <p:cNvPr id="41" name="Text 6"/>
          <p:cNvSpPr/>
          <p:nvPr/>
        </p:nvSpPr>
        <p:spPr>
          <a:xfrm>
            <a:off x="457200" y="2011680"/>
            <a:ext cx="2422800" cy="6854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3600" spc="-1" strike="noStrike">
                <a:solidFill>
                  <a:srgbClr val="e8c96a"/>
                </a:solidFill>
                <a:latin typeface="Georgia"/>
                <a:ea typeface="Georgia"/>
              </a:rPr>
              <a:t>50M+</a:t>
            </a:r>
            <a:endParaRPr b="0" lang="en-GB" sz="3600" spc="-1" strike="noStrike">
              <a:solidFill>
                <a:srgbClr val="ffffff"/>
              </a:solidFill>
              <a:latin typeface="Arial"/>
            </a:endParaRPr>
          </a:p>
        </p:txBody>
      </p:sp>
      <p:sp>
        <p:nvSpPr>
          <p:cNvPr id="42" name="Text 7"/>
          <p:cNvSpPr/>
          <p:nvPr/>
        </p:nvSpPr>
        <p:spPr>
          <a:xfrm>
            <a:off x="457200" y="2743200"/>
            <a:ext cx="2422800" cy="5025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200" spc="-1" strike="noStrike">
                <a:solidFill>
                  <a:srgbClr val="8fa3bf"/>
                </a:solidFill>
                <a:latin typeface="Calibri"/>
                <a:ea typeface="Calibri"/>
              </a:rPr>
              <a:t>Digital creators in India alone</a:t>
            </a:r>
            <a:endParaRPr b="0" lang="en-GB" sz="1200" spc="-1" strike="noStrike">
              <a:solidFill>
                <a:srgbClr val="ffffff"/>
              </a:solidFill>
              <a:latin typeface="Arial"/>
            </a:endParaRPr>
          </a:p>
        </p:txBody>
      </p:sp>
      <p:sp>
        <p:nvSpPr>
          <p:cNvPr id="43" name="Shape 8"/>
          <p:cNvSpPr/>
          <p:nvPr/>
        </p:nvSpPr>
        <p:spPr>
          <a:xfrm>
            <a:off x="3200400" y="1874520"/>
            <a:ext cx="2605680" cy="1462680"/>
          </a:xfrm>
          <a:prstGeom prst="rect">
            <a:avLst/>
          </a:prstGeom>
          <a:solidFill>
            <a:srgbClr val="132035"/>
          </a:solidFill>
          <a:ln w="12700">
            <a:solidFill>
              <a:srgbClr val="162b52"/>
            </a:solidFill>
            <a:round/>
          </a:ln>
          <a:effectLst>
            <a:outerShdw algn="bl" blurRad="127080" dir="8100000" dist="50402" kx="0" ky="0" rotWithShape="0" sx="100000" sy="100000">
              <a:srgbClr val="000000">
                <a:alpha val="25000"/>
              </a:srgbClr>
            </a:outerShdw>
          </a:effectLst>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44" name="Shape 9"/>
          <p:cNvSpPr/>
          <p:nvPr/>
        </p:nvSpPr>
        <p:spPr>
          <a:xfrm>
            <a:off x="3200400" y="1874520"/>
            <a:ext cx="2605680" cy="45360"/>
          </a:xfrm>
          <a:prstGeom prst="rect">
            <a:avLst/>
          </a:prstGeom>
          <a:solidFill>
            <a:srgbClr val="c9a84c"/>
          </a:solidFill>
          <a:ln w="12700">
            <a:solidFill>
              <a:srgbClr val="c9a84c"/>
            </a:solidFill>
            <a:round/>
          </a:ln>
        </p:spPr>
        <p:style>
          <a:lnRef idx="0"/>
          <a:fillRef idx="0"/>
          <a:effectRef idx="0"/>
          <a:fontRef idx="minor"/>
        </p:style>
        <p:txBody>
          <a:bodyPr lIns="90000" rIns="90000" tIns="720" bIns="720" anchor="t">
            <a:noAutofit/>
          </a:bodyPr>
          <a:p>
            <a:endParaRPr b="0" lang="en-GB" sz="1800" spc="-1" strike="noStrike">
              <a:solidFill>
                <a:srgbClr val="000000"/>
              </a:solidFill>
              <a:latin typeface="Arial"/>
            </a:endParaRPr>
          </a:p>
        </p:txBody>
      </p:sp>
      <p:sp>
        <p:nvSpPr>
          <p:cNvPr id="45" name="Text 10"/>
          <p:cNvSpPr/>
          <p:nvPr/>
        </p:nvSpPr>
        <p:spPr>
          <a:xfrm>
            <a:off x="3291840" y="2011680"/>
            <a:ext cx="2422800" cy="6854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3600" spc="-1" strike="noStrike">
                <a:solidFill>
                  <a:srgbClr val="e8c96a"/>
                </a:solidFill>
                <a:latin typeface="Georgia"/>
                <a:ea typeface="Georgia"/>
              </a:rPr>
              <a:t>1 in 3</a:t>
            </a:r>
            <a:endParaRPr b="0" lang="en-GB" sz="3600" spc="-1" strike="noStrike">
              <a:solidFill>
                <a:srgbClr val="ffffff"/>
              </a:solidFill>
              <a:latin typeface="Arial"/>
            </a:endParaRPr>
          </a:p>
        </p:txBody>
      </p:sp>
      <p:sp>
        <p:nvSpPr>
          <p:cNvPr id="46" name="Text 11"/>
          <p:cNvSpPr/>
          <p:nvPr/>
        </p:nvSpPr>
        <p:spPr>
          <a:xfrm>
            <a:off x="3291840" y="2743200"/>
            <a:ext cx="2422800" cy="5025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200" spc="-1" strike="noStrike">
                <a:solidFill>
                  <a:srgbClr val="8fa3bf"/>
                </a:solidFill>
                <a:latin typeface="Calibri"/>
                <a:ea typeface="Calibri"/>
              </a:rPr>
              <a:t>Has had their work stolen or misused</a:t>
            </a:r>
            <a:endParaRPr b="0" lang="en-GB" sz="1200" spc="-1" strike="noStrike">
              <a:solidFill>
                <a:srgbClr val="ffffff"/>
              </a:solidFill>
              <a:latin typeface="Arial"/>
            </a:endParaRPr>
          </a:p>
        </p:txBody>
      </p:sp>
      <p:sp>
        <p:nvSpPr>
          <p:cNvPr id="47" name="Shape 12"/>
          <p:cNvSpPr/>
          <p:nvPr/>
        </p:nvSpPr>
        <p:spPr>
          <a:xfrm>
            <a:off x="6035040" y="1874520"/>
            <a:ext cx="2605680" cy="1462680"/>
          </a:xfrm>
          <a:prstGeom prst="rect">
            <a:avLst/>
          </a:prstGeom>
          <a:solidFill>
            <a:srgbClr val="132035"/>
          </a:solidFill>
          <a:ln w="12700">
            <a:solidFill>
              <a:srgbClr val="162b52"/>
            </a:solidFill>
            <a:round/>
          </a:ln>
          <a:effectLst>
            <a:outerShdw algn="bl" blurRad="127080" dir="8100000" dist="50402" kx="0" ky="0" rotWithShape="0" sx="100000" sy="100000">
              <a:srgbClr val="000000">
                <a:alpha val="25000"/>
              </a:srgbClr>
            </a:outerShdw>
          </a:effectLst>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48" name="Shape 13"/>
          <p:cNvSpPr/>
          <p:nvPr/>
        </p:nvSpPr>
        <p:spPr>
          <a:xfrm>
            <a:off x="6035040" y="1874520"/>
            <a:ext cx="2605680" cy="45360"/>
          </a:xfrm>
          <a:prstGeom prst="rect">
            <a:avLst/>
          </a:prstGeom>
          <a:solidFill>
            <a:srgbClr val="c9a84c"/>
          </a:solidFill>
          <a:ln w="12700">
            <a:solidFill>
              <a:srgbClr val="c9a84c"/>
            </a:solidFill>
            <a:round/>
          </a:ln>
        </p:spPr>
        <p:style>
          <a:lnRef idx="0"/>
          <a:fillRef idx="0"/>
          <a:effectRef idx="0"/>
          <a:fontRef idx="minor"/>
        </p:style>
        <p:txBody>
          <a:bodyPr lIns="90000" rIns="90000" tIns="720" bIns="720" anchor="t">
            <a:noAutofit/>
          </a:bodyPr>
          <a:p>
            <a:endParaRPr b="0" lang="en-GB" sz="1800" spc="-1" strike="noStrike">
              <a:solidFill>
                <a:srgbClr val="000000"/>
              </a:solidFill>
              <a:latin typeface="Arial"/>
            </a:endParaRPr>
          </a:p>
        </p:txBody>
      </p:sp>
      <p:sp>
        <p:nvSpPr>
          <p:cNvPr id="49" name="Text 14"/>
          <p:cNvSpPr/>
          <p:nvPr/>
        </p:nvSpPr>
        <p:spPr>
          <a:xfrm>
            <a:off x="6126480" y="2011680"/>
            <a:ext cx="2422800" cy="6854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3600" spc="-1" strike="noStrike">
                <a:solidFill>
                  <a:srgbClr val="e8c96a"/>
                </a:solidFill>
                <a:latin typeface="Georgia"/>
                <a:ea typeface="Georgia"/>
              </a:rPr>
              <a:t>96%</a:t>
            </a:r>
            <a:endParaRPr b="0" lang="en-GB" sz="3600" spc="-1" strike="noStrike">
              <a:solidFill>
                <a:srgbClr val="ffffff"/>
              </a:solidFill>
              <a:latin typeface="Arial"/>
            </a:endParaRPr>
          </a:p>
        </p:txBody>
      </p:sp>
      <p:sp>
        <p:nvSpPr>
          <p:cNvPr id="50" name="Text 15"/>
          <p:cNvSpPr/>
          <p:nvPr/>
        </p:nvSpPr>
        <p:spPr>
          <a:xfrm>
            <a:off x="6126480" y="2743200"/>
            <a:ext cx="2422800" cy="5025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200" spc="-1" strike="noStrike">
                <a:solidFill>
                  <a:srgbClr val="8fa3bf"/>
                </a:solidFill>
                <a:latin typeface="Calibri"/>
                <a:ea typeface="Calibri"/>
              </a:rPr>
              <a:t>Have zero court-admissible proof of ownership</a:t>
            </a:r>
            <a:endParaRPr b="0" lang="en-GB" sz="1200" spc="-1" strike="noStrike">
              <a:solidFill>
                <a:srgbClr val="ffffff"/>
              </a:solidFill>
              <a:latin typeface="Arial"/>
            </a:endParaRPr>
          </a:p>
        </p:txBody>
      </p:sp>
      <p:sp>
        <p:nvSpPr>
          <p:cNvPr id="51" name="Shape 16"/>
          <p:cNvSpPr/>
          <p:nvPr/>
        </p:nvSpPr>
        <p:spPr>
          <a:xfrm>
            <a:off x="365760" y="3474720"/>
            <a:ext cx="8412120" cy="1416960"/>
          </a:xfrm>
          <a:prstGeom prst="rect">
            <a:avLst/>
          </a:prstGeom>
          <a:solidFill>
            <a:srgbClr val="132035"/>
          </a:solidFill>
          <a:ln w="19050">
            <a:solidFill>
              <a:srgbClr val="e05555"/>
            </a:solidFill>
            <a:round/>
          </a:ln>
          <a:effectLst>
            <a:outerShdw algn="bl" blurRad="127080" dir="8100000" dist="50402" kx="0" ky="0" rotWithShape="0" sx="100000" sy="100000">
              <a:srgbClr val="000000">
                <a:alpha val="25000"/>
              </a:srgbClr>
            </a:outerShdw>
          </a:effectLst>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52" name="Text 17"/>
          <p:cNvSpPr/>
          <p:nvPr/>
        </p:nvSpPr>
        <p:spPr>
          <a:xfrm>
            <a:off x="548640" y="3602160"/>
            <a:ext cx="8046360" cy="347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ffffff"/>
                </a:solidFill>
                <a:latin typeface="Calibri"/>
                <a:ea typeface="Calibri"/>
              </a:rPr>
              <a:t>When a creator goes to court — what do they bring?</a:t>
            </a:r>
            <a:endParaRPr b="0" lang="en-GB" sz="1300" spc="-1" strike="noStrike">
              <a:solidFill>
                <a:srgbClr val="ffffff"/>
              </a:solidFill>
              <a:latin typeface="Arial"/>
            </a:endParaRPr>
          </a:p>
        </p:txBody>
      </p:sp>
      <p:sp>
        <p:nvSpPr>
          <p:cNvPr id="53" name="Text 18"/>
          <p:cNvSpPr/>
          <p:nvPr/>
        </p:nvSpPr>
        <p:spPr>
          <a:xfrm>
            <a:off x="548640" y="3895920"/>
            <a:ext cx="8046360" cy="914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50" spc="-1" strike="noStrike">
                <a:solidFill>
                  <a:srgbClr val="e05555"/>
                </a:solidFill>
                <a:latin typeface="Calibri"/>
                <a:ea typeface="Calibri"/>
              </a:rPr>
              <a:t>✗  </a:t>
            </a:r>
            <a:r>
              <a:rPr b="0" lang="en-US" sz="1150" spc="-1" strike="noStrike">
                <a:solidFill>
                  <a:srgbClr val="e05555"/>
                </a:solidFill>
                <a:latin typeface="Calibri"/>
                <a:ea typeface="Calibri"/>
              </a:rPr>
              <a:t>A screenshot of their Instagram post — inadmissible.</a:t>
            </a:r>
            <a:endParaRPr b="0" lang="en-GB" sz="1150" spc="-1" strike="noStrike">
              <a:solidFill>
                <a:srgbClr val="ffffff"/>
              </a:solidFill>
              <a:latin typeface="Arial"/>
            </a:endParaRPr>
          </a:p>
          <a:p>
            <a:pPr defTabSz="914400">
              <a:lnSpc>
                <a:spcPct val="100000"/>
              </a:lnSpc>
              <a:tabLst>
                <a:tab algn="l" pos="0"/>
              </a:tabLst>
            </a:pPr>
            <a:r>
              <a:rPr b="0" lang="en-US" sz="1150" spc="-1" strike="noStrike">
                <a:solidFill>
                  <a:srgbClr val="e05555"/>
                </a:solidFill>
                <a:latin typeface="Calibri"/>
                <a:ea typeface="Calibri"/>
              </a:rPr>
              <a:t>✗  </a:t>
            </a:r>
            <a:r>
              <a:rPr b="0" lang="en-US" sz="1150" spc="-1" strike="noStrike">
                <a:solidFill>
                  <a:srgbClr val="e05555"/>
                </a:solidFill>
                <a:latin typeface="Calibri"/>
                <a:ea typeface="Calibri"/>
              </a:rPr>
              <a:t>An email they sent to themselves — dismissed by every Indian court.</a:t>
            </a:r>
            <a:endParaRPr b="0" lang="en-GB" sz="1150" spc="-1" strike="noStrike">
              <a:solidFill>
                <a:srgbClr val="ffffff"/>
              </a:solidFill>
              <a:latin typeface="Arial"/>
            </a:endParaRPr>
          </a:p>
          <a:p>
            <a:pPr defTabSz="914400">
              <a:lnSpc>
                <a:spcPct val="100000"/>
              </a:lnSpc>
              <a:tabLst>
                <a:tab algn="l" pos="0"/>
              </a:tabLst>
            </a:pPr>
            <a:r>
              <a:rPr b="0" lang="en-US" sz="1150" spc="-1" strike="noStrike">
                <a:solidFill>
                  <a:srgbClr val="e05555"/>
                </a:solidFill>
                <a:latin typeface="Calibri"/>
                <a:ea typeface="Calibri"/>
              </a:rPr>
              <a:t>✗  </a:t>
            </a:r>
            <a:r>
              <a:rPr b="0" lang="en-US" sz="1150" spc="-1" strike="noStrike">
                <a:solidFill>
                  <a:srgbClr val="e05555"/>
                </a:solidFill>
                <a:latin typeface="Calibri"/>
                <a:ea typeface="Calibri"/>
              </a:rPr>
              <a:t>File metadata — any free tool can change this in 30 seconds.</a:t>
            </a:r>
            <a:endParaRPr b="0" lang="en-GB" sz="1150" spc="-1" strike="noStrike">
              <a:solidFill>
                <a:srgbClr val="ffffff"/>
              </a:solidFill>
              <a:latin typeface="Arial"/>
            </a:endParaRPr>
          </a:p>
          <a:p>
            <a:pPr defTabSz="914400">
              <a:lnSpc>
                <a:spcPct val="100000"/>
              </a:lnSpc>
              <a:tabLst>
                <a:tab algn="l" pos="0"/>
              </a:tabLst>
            </a:pPr>
            <a:r>
              <a:rPr b="0" lang="en-US" sz="1150" spc="-1" strike="noStrike">
                <a:solidFill>
                  <a:srgbClr val="e05555"/>
                </a:solidFill>
                <a:latin typeface="Calibri"/>
                <a:ea typeface="Calibri"/>
              </a:rPr>
              <a:t>✗  </a:t>
            </a:r>
            <a:r>
              <a:rPr b="0" lang="en-US" sz="1150" spc="-1" strike="noStrike">
                <a:solidFill>
                  <a:srgbClr val="e05555"/>
                </a:solidFill>
                <a:latin typeface="Calibri"/>
                <a:ea typeface="Calibri"/>
              </a:rPr>
              <a:t>A printout of a digital file — not electronic evidence under any legal standard.</a:t>
            </a:r>
            <a:endParaRPr b="0" lang="en-GB" sz="115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a1628"/>
        </a:solidFill>
      </p:bgPr>
    </p:bg>
    <p:spTree>
      <p:nvGrpSpPr>
        <p:cNvPr id="1" name=""/>
        <p:cNvGrpSpPr/>
        <p:nvPr/>
      </p:nvGrpSpPr>
      <p:grpSpPr>
        <a:xfrm>
          <a:off x="0" y="0"/>
          <a:ext cx="0" cy="0"/>
          <a:chOff x="0" y="0"/>
          <a:chExt cx="0" cy="0"/>
        </a:xfrm>
      </p:grpSpPr>
      <p:sp>
        <p:nvSpPr>
          <p:cNvPr id="54" name="Shape 0"/>
          <p:cNvSpPr/>
          <p:nvPr/>
        </p:nvSpPr>
        <p:spPr>
          <a:xfrm>
            <a:off x="0" y="0"/>
            <a:ext cx="9143640" cy="54360"/>
          </a:xfrm>
          <a:prstGeom prst="rect">
            <a:avLst/>
          </a:prstGeom>
          <a:solidFill>
            <a:srgbClr val="c9a84c"/>
          </a:solidFill>
          <a:ln w="12700">
            <a:solidFill>
              <a:srgbClr val="c9a84c"/>
            </a:solidFill>
            <a:round/>
          </a:ln>
        </p:spPr>
        <p:style>
          <a:lnRef idx="0"/>
          <a:fillRef idx="0"/>
          <a:effectRef idx="0"/>
          <a:fontRef idx="minor"/>
        </p:style>
        <p:txBody>
          <a:bodyPr lIns="90000" rIns="90000" tIns="9720" bIns="9720" anchor="t">
            <a:noAutofit/>
          </a:bodyPr>
          <a:p>
            <a:endParaRPr b="0" lang="en-GB" sz="1800" spc="-1" strike="noStrike">
              <a:solidFill>
                <a:srgbClr val="000000"/>
              </a:solidFill>
              <a:latin typeface="Arial"/>
            </a:endParaRPr>
          </a:p>
        </p:txBody>
      </p:sp>
      <p:sp>
        <p:nvSpPr>
          <p:cNvPr id="55" name="Text 1"/>
          <p:cNvSpPr/>
          <p:nvPr/>
        </p:nvSpPr>
        <p:spPr>
          <a:xfrm>
            <a:off x="313200" y="182880"/>
            <a:ext cx="822924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00" spc="398" strike="noStrike">
                <a:solidFill>
                  <a:srgbClr val="c9a84c"/>
                </a:solidFill>
                <a:latin typeface="Calibri"/>
                <a:ea typeface="Calibri"/>
              </a:rPr>
              <a:t>WHY NOW</a:t>
            </a:r>
            <a:endParaRPr b="0" lang="en-GB" sz="1000" spc="-1" strike="noStrike">
              <a:solidFill>
                <a:srgbClr val="ffffff"/>
              </a:solidFill>
              <a:latin typeface="Arial"/>
            </a:endParaRPr>
          </a:p>
        </p:txBody>
      </p:sp>
      <p:sp>
        <p:nvSpPr>
          <p:cNvPr id="56" name="Text 2"/>
          <p:cNvSpPr/>
          <p:nvPr/>
        </p:nvSpPr>
        <p:spPr>
          <a:xfrm>
            <a:off x="277200" y="512640"/>
            <a:ext cx="5028840" cy="10054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700" spc="-1" strike="noStrike">
                <a:solidFill>
                  <a:srgbClr val="ffffff"/>
                </a:solidFill>
                <a:latin typeface="Georgia"/>
                <a:ea typeface="Georgia"/>
              </a:rPr>
              <a:t>The AI explosion made this a</a:t>
            </a:r>
            <a:endParaRPr b="0" lang="en-GB" sz="2700" spc="-1" strike="noStrike">
              <a:solidFill>
                <a:srgbClr val="ffffff"/>
              </a:solidFill>
              <a:latin typeface="Arial"/>
            </a:endParaRPr>
          </a:p>
          <a:p>
            <a:pPr defTabSz="914400">
              <a:lnSpc>
                <a:spcPct val="100000"/>
              </a:lnSpc>
              <a:tabLst>
                <a:tab algn="l" pos="0"/>
              </a:tabLst>
            </a:pPr>
            <a:r>
              <a:rPr b="1" lang="en-US" sz="2700" spc="-1" strike="noStrike">
                <a:solidFill>
                  <a:srgbClr val="ffffff"/>
                </a:solidFill>
                <a:latin typeface="Georgia"/>
                <a:ea typeface="Georgia"/>
              </a:rPr>
              <a:t>crisis — overnight.</a:t>
            </a:r>
            <a:endParaRPr b="0" lang="en-GB" sz="2700" spc="-1" strike="noStrike">
              <a:solidFill>
                <a:srgbClr val="ffffff"/>
              </a:solidFill>
              <a:latin typeface="Arial"/>
            </a:endParaRPr>
          </a:p>
        </p:txBody>
      </p:sp>
      <p:sp>
        <p:nvSpPr>
          <p:cNvPr id="57" name="Shape 3"/>
          <p:cNvSpPr/>
          <p:nvPr/>
        </p:nvSpPr>
        <p:spPr>
          <a:xfrm>
            <a:off x="5486400" y="169200"/>
            <a:ext cx="3291480" cy="1371240"/>
          </a:xfrm>
          <a:prstGeom prst="rect">
            <a:avLst/>
          </a:prstGeom>
          <a:solidFill>
            <a:srgbClr val="132035"/>
          </a:solidFill>
          <a:ln w="19050">
            <a:solidFill>
              <a:srgbClr val="e05555"/>
            </a:solidFill>
            <a:round/>
          </a:ln>
          <a:effectLst>
            <a:outerShdw algn="bl" blurRad="127080" dir="8100000" dist="50402" kx="0" ky="0" rotWithShape="0" sx="100000" sy="100000">
              <a:srgbClr val="000000">
                <a:alpha val="25000"/>
              </a:srgbClr>
            </a:outerShdw>
          </a:effectLst>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58" name="Text 4"/>
          <p:cNvSpPr/>
          <p:nvPr/>
        </p:nvSpPr>
        <p:spPr>
          <a:xfrm>
            <a:off x="5486400" y="270360"/>
            <a:ext cx="3291480" cy="6397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3400" spc="-1" strike="noStrike">
                <a:solidFill>
                  <a:srgbClr val="e05555"/>
                </a:solidFill>
                <a:latin typeface="Georgia"/>
                <a:ea typeface="Georgia"/>
              </a:rPr>
              <a:t>34 Billion</a:t>
            </a:r>
            <a:endParaRPr b="0" lang="en-GB" sz="3400" spc="-1" strike="noStrike">
              <a:solidFill>
                <a:srgbClr val="ffffff"/>
              </a:solidFill>
              <a:latin typeface="Arial"/>
            </a:endParaRPr>
          </a:p>
        </p:txBody>
      </p:sp>
      <p:sp>
        <p:nvSpPr>
          <p:cNvPr id="59" name="Text 5"/>
          <p:cNvSpPr/>
          <p:nvPr/>
        </p:nvSpPr>
        <p:spPr>
          <a:xfrm>
            <a:off x="5486400" y="864720"/>
            <a:ext cx="3291480" cy="5482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000" spc="-1" strike="noStrike">
                <a:solidFill>
                  <a:srgbClr val="8fa3bf"/>
                </a:solidFill>
                <a:latin typeface="Calibri"/>
                <a:ea typeface="Calibri"/>
              </a:rPr>
              <a:t>AI images generated in 2024 alone.</a:t>
            </a:r>
            <a:endParaRPr b="0" lang="en-GB" sz="1000" spc="-1" strike="noStrike">
              <a:solidFill>
                <a:srgbClr val="ffffff"/>
              </a:solidFill>
              <a:latin typeface="Arial"/>
            </a:endParaRPr>
          </a:p>
          <a:p>
            <a:pPr algn="ctr" defTabSz="914400">
              <a:lnSpc>
                <a:spcPct val="100000"/>
              </a:lnSpc>
              <a:tabLst>
                <a:tab algn="l" pos="0"/>
              </a:tabLst>
            </a:pPr>
            <a:r>
              <a:rPr b="0" lang="en-US" sz="1000" spc="-1" strike="noStrike">
                <a:solidFill>
                  <a:srgbClr val="8fa3bf"/>
                </a:solidFill>
                <a:latin typeface="Calibri"/>
                <a:ea typeface="Calibri"/>
              </a:rPr>
              <a:t>Every one of them looks like someone's real work.</a:t>
            </a:r>
            <a:endParaRPr b="0" lang="en-GB" sz="1000" spc="-1" strike="noStrike">
              <a:solidFill>
                <a:srgbClr val="ffffff"/>
              </a:solidFill>
              <a:latin typeface="Arial"/>
            </a:endParaRPr>
          </a:p>
        </p:txBody>
      </p:sp>
      <p:sp>
        <p:nvSpPr>
          <p:cNvPr id="60" name="Shape 6"/>
          <p:cNvSpPr/>
          <p:nvPr/>
        </p:nvSpPr>
        <p:spPr>
          <a:xfrm>
            <a:off x="365760" y="1691640"/>
            <a:ext cx="3931560" cy="1508400"/>
          </a:xfrm>
          <a:prstGeom prst="rect">
            <a:avLst/>
          </a:prstGeom>
          <a:solidFill>
            <a:srgbClr val="132035"/>
          </a:solidFill>
          <a:ln w="12700">
            <a:solidFill>
              <a:srgbClr val="162b52"/>
            </a:solidFill>
            <a:round/>
          </a:ln>
          <a:effectLst>
            <a:outerShdw algn="bl" blurRad="127080" dir="8100000" dist="50402" kx="0" ky="0" rotWithShape="0" sx="100000" sy="100000">
              <a:srgbClr val="000000">
                <a:alpha val="25000"/>
              </a:srgbClr>
            </a:outerShdw>
          </a:effectLst>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pic>
        <p:nvPicPr>
          <p:cNvPr id="61" name="Image 0" descr="preencoded.png"/>
          <p:cNvPicPr/>
          <p:nvPr/>
        </p:nvPicPr>
        <p:blipFill>
          <a:blip r:embed="rId1"/>
          <a:stretch/>
        </p:blipFill>
        <p:spPr>
          <a:xfrm>
            <a:off x="530280" y="2011680"/>
            <a:ext cx="411120" cy="411120"/>
          </a:xfrm>
          <a:prstGeom prst="rect">
            <a:avLst/>
          </a:prstGeom>
          <a:ln w="0">
            <a:noFill/>
          </a:ln>
        </p:spPr>
      </p:pic>
      <p:sp>
        <p:nvSpPr>
          <p:cNvPr id="62" name="Text 7"/>
          <p:cNvSpPr/>
          <p:nvPr/>
        </p:nvSpPr>
        <p:spPr>
          <a:xfrm>
            <a:off x="1024200" y="1920240"/>
            <a:ext cx="3108600" cy="347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ffffff"/>
                </a:solidFill>
                <a:latin typeface="Calibri"/>
                <a:ea typeface="Calibri"/>
              </a:rPr>
              <a:t>AI Content Flood</a:t>
            </a:r>
            <a:endParaRPr b="0" lang="en-GB" sz="1300" spc="-1" strike="noStrike">
              <a:solidFill>
                <a:srgbClr val="ffffff"/>
              </a:solidFill>
              <a:latin typeface="Arial"/>
            </a:endParaRPr>
          </a:p>
        </p:txBody>
      </p:sp>
      <p:sp>
        <p:nvSpPr>
          <p:cNvPr id="63" name="Text 8"/>
          <p:cNvSpPr/>
          <p:nvPr/>
        </p:nvSpPr>
        <p:spPr>
          <a:xfrm>
            <a:off x="530280" y="2377440"/>
            <a:ext cx="3611520" cy="7128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50" spc="-1" strike="noStrike">
                <a:solidFill>
                  <a:srgbClr val="8fa3bf"/>
                </a:solidFill>
                <a:latin typeface="Calibri"/>
                <a:ea typeface="Calibri"/>
              </a:rPr>
              <a:t>Anyone can generate a perfect replica of your work and claim they made it. Without a timestamped proof that predates the AI output, you cannot win.</a:t>
            </a:r>
            <a:endParaRPr b="0" lang="en-GB" sz="1050" spc="-1" strike="noStrike">
              <a:solidFill>
                <a:srgbClr val="ffffff"/>
              </a:solidFill>
              <a:latin typeface="Arial"/>
            </a:endParaRPr>
          </a:p>
        </p:txBody>
      </p:sp>
      <p:sp>
        <p:nvSpPr>
          <p:cNvPr id="64" name="Shape 9"/>
          <p:cNvSpPr/>
          <p:nvPr/>
        </p:nvSpPr>
        <p:spPr>
          <a:xfrm>
            <a:off x="4617720" y="1691640"/>
            <a:ext cx="3931560" cy="1508400"/>
          </a:xfrm>
          <a:prstGeom prst="rect">
            <a:avLst/>
          </a:prstGeom>
          <a:solidFill>
            <a:srgbClr val="132035"/>
          </a:solidFill>
          <a:ln w="12700">
            <a:solidFill>
              <a:srgbClr val="162b52"/>
            </a:solidFill>
            <a:round/>
          </a:ln>
          <a:effectLst>
            <a:outerShdw algn="bl" blurRad="127080" dir="8100000" dist="50402" kx="0" ky="0" rotWithShape="0" sx="100000" sy="100000">
              <a:srgbClr val="000000">
                <a:alpha val="25000"/>
              </a:srgbClr>
            </a:outerShdw>
          </a:effectLst>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pic>
        <p:nvPicPr>
          <p:cNvPr id="65" name="Image 1" descr="preencoded.png"/>
          <p:cNvPicPr/>
          <p:nvPr/>
        </p:nvPicPr>
        <p:blipFill>
          <a:blip r:embed="rId2"/>
          <a:stretch/>
        </p:blipFill>
        <p:spPr>
          <a:xfrm>
            <a:off x="4782240" y="2011680"/>
            <a:ext cx="411120" cy="411120"/>
          </a:xfrm>
          <a:prstGeom prst="rect">
            <a:avLst/>
          </a:prstGeom>
          <a:ln w="0">
            <a:noFill/>
          </a:ln>
        </p:spPr>
      </p:pic>
      <p:sp>
        <p:nvSpPr>
          <p:cNvPr id="66" name="Text 10"/>
          <p:cNvSpPr/>
          <p:nvPr/>
        </p:nvSpPr>
        <p:spPr>
          <a:xfrm>
            <a:off x="5276160" y="1920240"/>
            <a:ext cx="3108600" cy="347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ffffff"/>
                </a:solidFill>
                <a:latin typeface="Calibri"/>
                <a:ea typeface="Calibri"/>
              </a:rPr>
              <a:t>New Indian Law</a:t>
            </a:r>
            <a:endParaRPr b="0" lang="en-GB" sz="1300" spc="-1" strike="noStrike">
              <a:solidFill>
                <a:srgbClr val="ffffff"/>
              </a:solidFill>
              <a:latin typeface="Arial"/>
            </a:endParaRPr>
          </a:p>
        </p:txBody>
      </p:sp>
      <p:sp>
        <p:nvSpPr>
          <p:cNvPr id="67" name="Text 11"/>
          <p:cNvSpPr/>
          <p:nvPr/>
        </p:nvSpPr>
        <p:spPr>
          <a:xfrm>
            <a:off x="4782240" y="2377440"/>
            <a:ext cx="3611520" cy="7128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50" spc="-1" strike="noStrike">
                <a:solidFill>
                  <a:srgbClr val="8fa3bf"/>
                </a:solidFill>
                <a:latin typeface="Calibri"/>
                <a:ea typeface="Calibri"/>
              </a:rPr>
              <a:t>The </a:t>
            </a:r>
            <a:r>
              <a:rPr b="1" lang="en-US" sz="1050" spc="-1" strike="noStrike">
                <a:solidFill>
                  <a:srgbClr val="8fa3bf"/>
                </a:solidFill>
                <a:latin typeface="Calibri"/>
                <a:ea typeface="Calibri"/>
              </a:rPr>
              <a:t>Bharatiya Sakshya Adhiniyam 2023 replaced old evidence laws on July 1, 2024</a:t>
            </a:r>
            <a:r>
              <a:rPr b="0" lang="en-US" sz="1050" spc="-1" strike="noStrike">
                <a:solidFill>
                  <a:srgbClr val="8fa3bf"/>
                </a:solidFill>
                <a:latin typeface="Calibri"/>
                <a:ea typeface="Calibri"/>
              </a:rPr>
              <a:t>. Courts now have clearer standards for digital evidence — and almost nobody is meeting them.</a:t>
            </a:r>
            <a:endParaRPr b="0" lang="en-GB" sz="1050" spc="-1" strike="noStrike">
              <a:solidFill>
                <a:srgbClr val="ffffff"/>
              </a:solidFill>
              <a:latin typeface="Arial"/>
            </a:endParaRPr>
          </a:p>
        </p:txBody>
      </p:sp>
      <p:sp>
        <p:nvSpPr>
          <p:cNvPr id="68" name="Shape 12"/>
          <p:cNvSpPr/>
          <p:nvPr/>
        </p:nvSpPr>
        <p:spPr>
          <a:xfrm>
            <a:off x="365760" y="3337560"/>
            <a:ext cx="3931560" cy="1508400"/>
          </a:xfrm>
          <a:prstGeom prst="rect">
            <a:avLst/>
          </a:prstGeom>
          <a:solidFill>
            <a:srgbClr val="132035"/>
          </a:solidFill>
          <a:ln w="12700">
            <a:solidFill>
              <a:srgbClr val="162b52"/>
            </a:solidFill>
            <a:round/>
          </a:ln>
          <a:effectLst>
            <a:outerShdw algn="bl" blurRad="127080" dir="8100000" dist="50402" kx="0" ky="0" rotWithShape="0" sx="100000" sy="100000">
              <a:srgbClr val="000000">
                <a:alpha val="25000"/>
              </a:srgbClr>
            </a:outerShdw>
          </a:effectLst>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pic>
        <p:nvPicPr>
          <p:cNvPr id="69" name="Image 2" descr="preencoded.png"/>
          <p:cNvPicPr/>
          <p:nvPr/>
        </p:nvPicPr>
        <p:blipFill>
          <a:blip r:embed="rId3"/>
          <a:stretch/>
        </p:blipFill>
        <p:spPr>
          <a:xfrm>
            <a:off x="530280" y="3657600"/>
            <a:ext cx="411120" cy="411120"/>
          </a:xfrm>
          <a:prstGeom prst="rect">
            <a:avLst/>
          </a:prstGeom>
          <a:ln w="0">
            <a:noFill/>
          </a:ln>
        </p:spPr>
      </p:pic>
      <p:sp>
        <p:nvSpPr>
          <p:cNvPr id="70" name="Text 13"/>
          <p:cNvSpPr/>
          <p:nvPr/>
        </p:nvSpPr>
        <p:spPr>
          <a:xfrm>
            <a:off x="1024200" y="3566160"/>
            <a:ext cx="3108600" cy="347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ffffff"/>
                </a:solidFill>
                <a:latin typeface="Calibri"/>
                <a:ea typeface="Calibri"/>
              </a:rPr>
              <a:t>Creator Economy Boom</a:t>
            </a:r>
            <a:endParaRPr b="0" lang="en-GB" sz="1300" spc="-1" strike="noStrike">
              <a:solidFill>
                <a:srgbClr val="ffffff"/>
              </a:solidFill>
              <a:latin typeface="Arial"/>
            </a:endParaRPr>
          </a:p>
        </p:txBody>
      </p:sp>
      <p:sp>
        <p:nvSpPr>
          <p:cNvPr id="71" name="Text 14"/>
          <p:cNvSpPr/>
          <p:nvPr/>
        </p:nvSpPr>
        <p:spPr>
          <a:xfrm>
            <a:off x="530280" y="4023360"/>
            <a:ext cx="3611520" cy="7128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50" spc="-1" strike="noStrike">
                <a:solidFill>
                  <a:srgbClr val="8fa3bf"/>
                </a:solidFill>
                <a:latin typeface="Calibri"/>
                <a:ea typeface="Calibri"/>
              </a:rPr>
              <a:t>India's creator economy is projected at ₹200,000 crore by 2025. Every rupee of that value is unprotected without a proof of ownership system.</a:t>
            </a:r>
            <a:endParaRPr b="0" lang="en-GB" sz="1050" spc="-1" strike="noStrike">
              <a:solidFill>
                <a:srgbClr val="ffffff"/>
              </a:solidFill>
              <a:latin typeface="Arial"/>
            </a:endParaRPr>
          </a:p>
        </p:txBody>
      </p:sp>
      <p:sp>
        <p:nvSpPr>
          <p:cNvPr id="72" name="Shape 15"/>
          <p:cNvSpPr/>
          <p:nvPr/>
        </p:nvSpPr>
        <p:spPr>
          <a:xfrm>
            <a:off x="4617720" y="3337560"/>
            <a:ext cx="3931560" cy="1508400"/>
          </a:xfrm>
          <a:prstGeom prst="rect">
            <a:avLst/>
          </a:prstGeom>
          <a:solidFill>
            <a:srgbClr val="132035"/>
          </a:solidFill>
          <a:ln w="12700">
            <a:solidFill>
              <a:srgbClr val="162b52"/>
            </a:solidFill>
            <a:round/>
          </a:ln>
          <a:effectLst>
            <a:outerShdw algn="bl" blurRad="127080" dir="8100000" dist="50402" kx="0" ky="0" rotWithShape="0" sx="100000" sy="100000">
              <a:srgbClr val="000000">
                <a:alpha val="25000"/>
              </a:srgbClr>
            </a:outerShdw>
          </a:effectLst>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pic>
        <p:nvPicPr>
          <p:cNvPr id="73" name="Image 3" descr="preencoded.png"/>
          <p:cNvPicPr/>
          <p:nvPr/>
        </p:nvPicPr>
        <p:blipFill>
          <a:blip r:embed="rId4"/>
          <a:stretch/>
        </p:blipFill>
        <p:spPr>
          <a:xfrm>
            <a:off x="4782240" y="3657600"/>
            <a:ext cx="411120" cy="411120"/>
          </a:xfrm>
          <a:prstGeom prst="rect">
            <a:avLst/>
          </a:prstGeom>
          <a:ln w="0">
            <a:noFill/>
          </a:ln>
        </p:spPr>
      </p:pic>
      <p:sp>
        <p:nvSpPr>
          <p:cNvPr id="74" name="Text 16"/>
          <p:cNvSpPr/>
          <p:nvPr/>
        </p:nvSpPr>
        <p:spPr>
          <a:xfrm>
            <a:off x="5276160" y="3566160"/>
            <a:ext cx="3108600" cy="347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ffffff"/>
                </a:solidFill>
                <a:latin typeface="Calibri"/>
                <a:ea typeface="Calibri"/>
              </a:rPr>
              <a:t>Platforms Won't Help</a:t>
            </a:r>
            <a:endParaRPr b="0" lang="en-GB" sz="1300" spc="-1" strike="noStrike">
              <a:solidFill>
                <a:srgbClr val="ffffff"/>
              </a:solidFill>
              <a:latin typeface="Arial"/>
            </a:endParaRPr>
          </a:p>
        </p:txBody>
      </p:sp>
      <p:sp>
        <p:nvSpPr>
          <p:cNvPr id="75" name="Text 17"/>
          <p:cNvSpPr/>
          <p:nvPr/>
        </p:nvSpPr>
        <p:spPr>
          <a:xfrm>
            <a:off x="4782240" y="4023360"/>
            <a:ext cx="3611520" cy="7128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50" spc="-1" strike="noStrike">
                <a:solidFill>
                  <a:srgbClr val="8fa3bf"/>
                </a:solidFill>
                <a:latin typeface="Calibri"/>
                <a:ea typeface="Calibri"/>
              </a:rPr>
              <a:t>Instagram, YouTube, and Google will take down stolen content only with documented proof. Creators have no tool to generate that proof at scale.</a:t>
            </a:r>
            <a:endParaRPr b="0" lang="en-GB" sz="105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a1628"/>
        </a:solidFill>
      </p:bgPr>
    </p:bg>
    <p:spTree>
      <p:nvGrpSpPr>
        <p:cNvPr id="1" name=""/>
        <p:cNvGrpSpPr/>
        <p:nvPr/>
      </p:nvGrpSpPr>
      <p:grpSpPr>
        <a:xfrm>
          <a:off x="0" y="0"/>
          <a:ext cx="0" cy="0"/>
          <a:chOff x="0" y="0"/>
          <a:chExt cx="0" cy="0"/>
        </a:xfrm>
      </p:grpSpPr>
      <p:sp>
        <p:nvSpPr>
          <p:cNvPr id="76" name="Shape 0"/>
          <p:cNvSpPr/>
          <p:nvPr/>
        </p:nvSpPr>
        <p:spPr>
          <a:xfrm>
            <a:off x="0" y="0"/>
            <a:ext cx="9143640" cy="54360"/>
          </a:xfrm>
          <a:prstGeom prst="rect">
            <a:avLst/>
          </a:prstGeom>
          <a:solidFill>
            <a:srgbClr val="c9a84c"/>
          </a:solidFill>
          <a:ln w="12700">
            <a:solidFill>
              <a:srgbClr val="c9a84c"/>
            </a:solidFill>
            <a:round/>
          </a:ln>
        </p:spPr>
        <p:style>
          <a:lnRef idx="0"/>
          <a:fillRef idx="0"/>
          <a:effectRef idx="0"/>
          <a:fontRef idx="minor"/>
        </p:style>
        <p:txBody>
          <a:bodyPr lIns="90000" rIns="90000" tIns="9720" bIns="9720" anchor="t">
            <a:noAutofit/>
          </a:bodyPr>
          <a:p>
            <a:endParaRPr b="0" lang="en-GB" sz="1800" spc="-1" strike="noStrike">
              <a:solidFill>
                <a:srgbClr val="000000"/>
              </a:solidFill>
              <a:latin typeface="Arial"/>
            </a:endParaRPr>
          </a:p>
        </p:txBody>
      </p:sp>
      <p:sp>
        <p:nvSpPr>
          <p:cNvPr id="77" name="Text 1"/>
          <p:cNvSpPr/>
          <p:nvPr/>
        </p:nvSpPr>
        <p:spPr>
          <a:xfrm>
            <a:off x="457200" y="182880"/>
            <a:ext cx="822924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00" spc="398" strike="noStrike">
                <a:solidFill>
                  <a:srgbClr val="c9a84c"/>
                </a:solidFill>
                <a:latin typeface="Calibri"/>
                <a:ea typeface="Calibri"/>
              </a:rPr>
              <a:t>THE SOLUTION</a:t>
            </a:r>
            <a:endParaRPr b="0" lang="en-GB" sz="1000" spc="-1" strike="noStrike">
              <a:solidFill>
                <a:srgbClr val="ffffff"/>
              </a:solidFill>
              <a:latin typeface="Arial"/>
            </a:endParaRPr>
          </a:p>
        </p:txBody>
      </p:sp>
      <p:sp>
        <p:nvSpPr>
          <p:cNvPr id="78" name="Shape 2"/>
          <p:cNvSpPr/>
          <p:nvPr/>
        </p:nvSpPr>
        <p:spPr>
          <a:xfrm>
            <a:off x="365760" y="594360"/>
            <a:ext cx="8412120" cy="1005480"/>
          </a:xfrm>
          <a:prstGeom prst="rect">
            <a:avLst/>
          </a:prstGeom>
          <a:solidFill>
            <a:srgbClr val="162b52"/>
          </a:solidFill>
          <a:ln w="19050">
            <a:solidFill>
              <a:srgbClr val="c9a84c"/>
            </a:solidFill>
            <a:round/>
          </a:ln>
          <a:effectLst>
            <a:outerShdw algn="bl" blurRad="127080" dir="8100000" dist="50402" kx="0" ky="0" rotWithShape="0" sx="100000" sy="100000">
              <a:srgbClr val="000000">
                <a:alpha val="25000"/>
              </a:srgbClr>
            </a:outerShdw>
          </a:effectLst>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79" name="Text 3"/>
          <p:cNvSpPr/>
          <p:nvPr/>
        </p:nvSpPr>
        <p:spPr>
          <a:xfrm>
            <a:off x="457200" y="685800"/>
            <a:ext cx="8229240" cy="8226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800" spc="-1" strike="noStrike">
                <a:solidFill>
                  <a:srgbClr val="ffffff"/>
                </a:solidFill>
                <a:latin typeface="Georgia"/>
                <a:ea typeface="Georgia"/>
              </a:rPr>
              <a:t>ProofStamp embeds irrefutable, court-ready proof of ownership</a:t>
            </a:r>
            <a:endParaRPr b="0" lang="en-GB" sz="1800" spc="-1" strike="noStrike">
              <a:solidFill>
                <a:srgbClr val="ffffff"/>
              </a:solidFill>
              <a:latin typeface="Arial"/>
            </a:endParaRPr>
          </a:p>
          <a:p>
            <a:pPr algn="ctr" defTabSz="914400">
              <a:lnSpc>
                <a:spcPct val="100000"/>
              </a:lnSpc>
              <a:tabLst>
                <a:tab algn="l" pos="0"/>
              </a:tabLst>
            </a:pPr>
            <a:r>
              <a:rPr b="1" lang="en-US" sz="1800" spc="-1" strike="noStrike">
                <a:solidFill>
                  <a:srgbClr val="ffffff"/>
                </a:solidFill>
                <a:latin typeface="Georgia"/>
                <a:ea typeface="Georgia"/>
              </a:rPr>
              <a:t>directly inside every digital file — forever.</a:t>
            </a:r>
            <a:endParaRPr b="0" lang="en-GB" sz="1800" spc="-1" strike="noStrike">
              <a:solidFill>
                <a:srgbClr val="ffffff"/>
              </a:solidFill>
              <a:latin typeface="Arial"/>
            </a:endParaRPr>
          </a:p>
        </p:txBody>
      </p:sp>
      <p:sp>
        <p:nvSpPr>
          <p:cNvPr id="80" name="Shape 4"/>
          <p:cNvSpPr/>
          <p:nvPr/>
        </p:nvSpPr>
        <p:spPr>
          <a:xfrm>
            <a:off x="292680" y="1737360"/>
            <a:ext cx="2011320" cy="3108600"/>
          </a:xfrm>
          <a:prstGeom prst="rect">
            <a:avLst/>
          </a:prstGeom>
          <a:solidFill>
            <a:srgbClr val="132035"/>
          </a:solidFill>
          <a:ln w="12700">
            <a:solidFill>
              <a:srgbClr val="162b52"/>
            </a:solidFill>
            <a:round/>
          </a:ln>
          <a:effectLst>
            <a:outerShdw algn="bl" blurRad="127080" dir="8100000" dist="50402" kx="0" ky="0" rotWithShape="0" sx="100000" sy="100000">
              <a:srgbClr val="000000">
                <a:alpha val="25000"/>
              </a:srgbClr>
            </a:outerShdw>
          </a:effectLst>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81" name="Shape 5"/>
          <p:cNvSpPr/>
          <p:nvPr/>
        </p:nvSpPr>
        <p:spPr>
          <a:xfrm>
            <a:off x="292680" y="1737360"/>
            <a:ext cx="2011320" cy="54360"/>
          </a:xfrm>
          <a:prstGeom prst="rect">
            <a:avLst/>
          </a:prstGeom>
          <a:solidFill>
            <a:srgbClr val="c9a84c"/>
          </a:solidFill>
          <a:ln w="12700">
            <a:solidFill>
              <a:srgbClr val="c9a84c"/>
            </a:solidFill>
            <a:round/>
          </a:ln>
        </p:spPr>
        <p:style>
          <a:lnRef idx="0"/>
          <a:fillRef idx="0"/>
          <a:effectRef idx="0"/>
          <a:fontRef idx="minor"/>
        </p:style>
        <p:txBody>
          <a:bodyPr lIns="90000" rIns="90000" tIns="9720" bIns="9720" anchor="t">
            <a:noAutofit/>
          </a:bodyPr>
          <a:p>
            <a:endParaRPr b="0" lang="en-GB" sz="1800" spc="-1" strike="noStrike">
              <a:solidFill>
                <a:srgbClr val="000000"/>
              </a:solidFill>
              <a:latin typeface="Arial"/>
            </a:endParaRPr>
          </a:p>
        </p:txBody>
      </p:sp>
      <p:sp>
        <p:nvSpPr>
          <p:cNvPr id="82" name="Text 6"/>
          <p:cNvSpPr/>
          <p:nvPr/>
        </p:nvSpPr>
        <p:spPr>
          <a:xfrm>
            <a:off x="365760" y="1828800"/>
            <a:ext cx="45684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c9a84c"/>
                </a:solidFill>
                <a:latin typeface="Calibri"/>
                <a:ea typeface="Calibri"/>
              </a:rPr>
              <a:t>01</a:t>
            </a:r>
            <a:endParaRPr b="0" lang="en-GB" sz="1300" spc="-1" strike="noStrike">
              <a:solidFill>
                <a:srgbClr val="ffffff"/>
              </a:solidFill>
              <a:latin typeface="Arial"/>
            </a:endParaRPr>
          </a:p>
        </p:txBody>
      </p:sp>
      <p:pic>
        <p:nvPicPr>
          <p:cNvPr id="83" name="Image 0" descr="preencoded.png"/>
          <p:cNvPicPr/>
          <p:nvPr/>
        </p:nvPicPr>
        <p:blipFill>
          <a:blip r:embed="rId1"/>
          <a:stretch/>
        </p:blipFill>
        <p:spPr>
          <a:xfrm>
            <a:off x="1024200" y="1874520"/>
            <a:ext cx="502560" cy="502560"/>
          </a:xfrm>
          <a:prstGeom prst="rect">
            <a:avLst/>
          </a:prstGeom>
          <a:ln w="0">
            <a:noFill/>
          </a:ln>
        </p:spPr>
      </p:pic>
      <p:sp>
        <p:nvSpPr>
          <p:cNvPr id="84" name="Text 7"/>
          <p:cNvSpPr/>
          <p:nvPr/>
        </p:nvSpPr>
        <p:spPr>
          <a:xfrm>
            <a:off x="384120" y="2487240"/>
            <a:ext cx="1828440" cy="3470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ffffff"/>
                </a:solidFill>
                <a:latin typeface="Calibri"/>
                <a:ea typeface="Calibri"/>
              </a:rPr>
              <a:t>Upload</a:t>
            </a:r>
            <a:endParaRPr b="0" lang="en-GB" sz="1400" spc="-1" strike="noStrike">
              <a:solidFill>
                <a:srgbClr val="ffffff"/>
              </a:solidFill>
              <a:latin typeface="Arial"/>
            </a:endParaRPr>
          </a:p>
        </p:txBody>
      </p:sp>
      <p:sp>
        <p:nvSpPr>
          <p:cNvPr id="85" name="Text 8"/>
          <p:cNvSpPr/>
          <p:nvPr/>
        </p:nvSpPr>
        <p:spPr>
          <a:xfrm>
            <a:off x="384120" y="2880360"/>
            <a:ext cx="1828440" cy="1782720"/>
          </a:xfrm>
          <a:prstGeom prst="rect">
            <a:avLst/>
          </a:prstGeom>
          <a:noFill/>
          <a:ln w="0">
            <a:noFill/>
          </a:ln>
        </p:spPr>
        <p:style>
          <a:lnRef idx="0"/>
          <a:fillRef idx="0"/>
          <a:effectRef idx="0"/>
          <a:fontRef idx="minor"/>
        </p:style>
        <p:txBody>
          <a:bodyPr lIns="0" rIns="0" tIns="0" bIns="0" anchor="ctr">
            <a:noAutofit/>
          </a:bodyPr>
          <a:p>
            <a:pPr defTabSz="914400">
              <a:lnSpc>
                <a:spcPct val="100000"/>
              </a:lnSpc>
              <a:spcAft>
                <a:spcPts val="201"/>
              </a:spcAft>
              <a:tabLst>
                <a:tab algn="l" pos="0"/>
              </a:tabLst>
            </a:pPr>
            <a:r>
              <a:rPr b="0" lang="en-US" sz="1000" spc="-1" strike="noStrike">
                <a:solidFill>
                  <a:srgbClr val="8fa3bf"/>
                </a:solidFill>
                <a:latin typeface="Calibri"/>
                <a:ea typeface="Calibri"/>
              </a:rPr>
              <a:t>Creator uploads any file. Browser computes its unique SHA-256 fingerprint — the file never leaves their device until proof is established.</a:t>
            </a:r>
            <a:endParaRPr b="0" lang="en-GB" sz="1000" spc="-1" strike="noStrike">
              <a:solidFill>
                <a:srgbClr val="ffffff"/>
              </a:solidFill>
              <a:latin typeface="Arial"/>
            </a:endParaRPr>
          </a:p>
        </p:txBody>
      </p:sp>
      <p:sp>
        <p:nvSpPr>
          <p:cNvPr id="86" name="Shape 9"/>
          <p:cNvSpPr/>
          <p:nvPr/>
        </p:nvSpPr>
        <p:spPr>
          <a:xfrm>
            <a:off x="2468880" y="1737360"/>
            <a:ext cx="2011320" cy="3108600"/>
          </a:xfrm>
          <a:prstGeom prst="rect">
            <a:avLst/>
          </a:prstGeom>
          <a:solidFill>
            <a:srgbClr val="132035"/>
          </a:solidFill>
          <a:ln w="12700">
            <a:solidFill>
              <a:srgbClr val="162b52"/>
            </a:solidFill>
            <a:round/>
          </a:ln>
          <a:effectLst>
            <a:outerShdw algn="bl" blurRad="127080" dir="8100000" dist="50402" kx="0" ky="0" rotWithShape="0" sx="100000" sy="100000">
              <a:srgbClr val="000000">
                <a:alpha val="25000"/>
              </a:srgbClr>
            </a:outerShdw>
          </a:effectLst>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87" name="Shape 10"/>
          <p:cNvSpPr/>
          <p:nvPr/>
        </p:nvSpPr>
        <p:spPr>
          <a:xfrm>
            <a:off x="2468880" y="1737360"/>
            <a:ext cx="2011320" cy="54360"/>
          </a:xfrm>
          <a:prstGeom prst="rect">
            <a:avLst/>
          </a:prstGeom>
          <a:solidFill>
            <a:srgbClr val="2dd4ae"/>
          </a:solidFill>
          <a:ln w="12700">
            <a:solidFill>
              <a:srgbClr val="2dd4ae"/>
            </a:solidFill>
            <a:round/>
          </a:ln>
        </p:spPr>
        <p:style>
          <a:lnRef idx="0"/>
          <a:fillRef idx="0"/>
          <a:effectRef idx="0"/>
          <a:fontRef idx="minor"/>
        </p:style>
        <p:txBody>
          <a:bodyPr lIns="90000" rIns="90000" tIns="9720" bIns="9720" anchor="t">
            <a:noAutofit/>
          </a:bodyPr>
          <a:p>
            <a:endParaRPr b="0" lang="en-GB" sz="1800" spc="-1" strike="noStrike">
              <a:solidFill>
                <a:srgbClr val="000000"/>
              </a:solidFill>
              <a:latin typeface="Arial"/>
            </a:endParaRPr>
          </a:p>
        </p:txBody>
      </p:sp>
      <p:sp>
        <p:nvSpPr>
          <p:cNvPr id="88" name="Text 11"/>
          <p:cNvSpPr/>
          <p:nvPr/>
        </p:nvSpPr>
        <p:spPr>
          <a:xfrm>
            <a:off x="2541960" y="1828800"/>
            <a:ext cx="45684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2dd4ae"/>
                </a:solidFill>
                <a:latin typeface="Calibri"/>
                <a:ea typeface="Calibri"/>
              </a:rPr>
              <a:t>02</a:t>
            </a:r>
            <a:endParaRPr b="0" lang="en-GB" sz="1300" spc="-1" strike="noStrike">
              <a:solidFill>
                <a:srgbClr val="ffffff"/>
              </a:solidFill>
              <a:latin typeface="Arial"/>
            </a:endParaRPr>
          </a:p>
        </p:txBody>
      </p:sp>
      <p:pic>
        <p:nvPicPr>
          <p:cNvPr id="89" name="Image 1" descr="preencoded.png"/>
          <p:cNvPicPr/>
          <p:nvPr/>
        </p:nvPicPr>
        <p:blipFill>
          <a:blip r:embed="rId2"/>
          <a:stretch/>
        </p:blipFill>
        <p:spPr>
          <a:xfrm>
            <a:off x="3200400" y="1874520"/>
            <a:ext cx="502560" cy="502560"/>
          </a:xfrm>
          <a:prstGeom prst="rect">
            <a:avLst/>
          </a:prstGeom>
          <a:ln w="0">
            <a:noFill/>
          </a:ln>
        </p:spPr>
      </p:pic>
      <p:sp>
        <p:nvSpPr>
          <p:cNvPr id="90" name="Text 12"/>
          <p:cNvSpPr/>
          <p:nvPr/>
        </p:nvSpPr>
        <p:spPr>
          <a:xfrm>
            <a:off x="2560320" y="2487240"/>
            <a:ext cx="1828440" cy="3470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ffffff"/>
                </a:solidFill>
                <a:latin typeface="Calibri"/>
                <a:ea typeface="Calibri"/>
              </a:rPr>
              <a:t>Stamp</a:t>
            </a:r>
            <a:endParaRPr b="0" lang="en-GB" sz="1400" spc="-1" strike="noStrike">
              <a:solidFill>
                <a:srgbClr val="ffffff"/>
              </a:solidFill>
              <a:latin typeface="Arial"/>
            </a:endParaRPr>
          </a:p>
        </p:txBody>
      </p:sp>
      <p:sp>
        <p:nvSpPr>
          <p:cNvPr id="91" name="Text 13"/>
          <p:cNvSpPr/>
          <p:nvPr/>
        </p:nvSpPr>
        <p:spPr>
          <a:xfrm>
            <a:off x="2560320" y="2880360"/>
            <a:ext cx="1828440" cy="1782720"/>
          </a:xfrm>
          <a:prstGeom prst="rect">
            <a:avLst/>
          </a:prstGeom>
          <a:noFill/>
          <a:ln w="0">
            <a:noFill/>
          </a:ln>
        </p:spPr>
        <p:style>
          <a:lnRef idx="0"/>
          <a:fillRef idx="0"/>
          <a:effectRef idx="0"/>
          <a:fontRef idx="minor"/>
        </p:style>
        <p:txBody>
          <a:bodyPr lIns="0" rIns="0" tIns="0" bIns="0" anchor="ctr">
            <a:noAutofit/>
          </a:bodyPr>
          <a:p>
            <a:pPr defTabSz="914400">
              <a:lnSpc>
                <a:spcPct val="100000"/>
              </a:lnSpc>
              <a:spcAft>
                <a:spcPts val="201"/>
              </a:spcAft>
              <a:tabLst>
                <a:tab algn="l" pos="0"/>
              </a:tabLst>
            </a:pPr>
            <a:r>
              <a:rPr b="0" lang="en-US" sz="1000" spc="-1" strike="noStrike">
                <a:solidFill>
                  <a:srgbClr val="8fa3bf"/>
                </a:solidFill>
                <a:latin typeface="Calibri"/>
                <a:ea typeface="Calibri"/>
              </a:rPr>
              <a:t>ProofStamp embeds an invisible watermark into the file using DWT-DCT signal processing, then signs the fingerprint with the creator's private RSA key.</a:t>
            </a:r>
            <a:endParaRPr b="0" lang="en-GB" sz="1000" spc="-1" strike="noStrike">
              <a:solidFill>
                <a:srgbClr val="ffffff"/>
              </a:solidFill>
              <a:latin typeface="Arial"/>
            </a:endParaRPr>
          </a:p>
        </p:txBody>
      </p:sp>
      <p:sp>
        <p:nvSpPr>
          <p:cNvPr id="92" name="Shape 14"/>
          <p:cNvSpPr/>
          <p:nvPr/>
        </p:nvSpPr>
        <p:spPr>
          <a:xfrm>
            <a:off x="4645080" y="1737360"/>
            <a:ext cx="2011320" cy="3108600"/>
          </a:xfrm>
          <a:prstGeom prst="rect">
            <a:avLst/>
          </a:prstGeom>
          <a:solidFill>
            <a:srgbClr val="132035"/>
          </a:solidFill>
          <a:ln w="12700">
            <a:solidFill>
              <a:srgbClr val="162b52"/>
            </a:solidFill>
            <a:round/>
          </a:ln>
          <a:effectLst>
            <a:outerShdw algn="bl" blurRad="127080" dir="8100000" dist="50402" kx="0" ky="0" rotWithShape="0" sx="100000" sy="100000">
              <a:srgbClr val="000000">
                <a:alpha val="25000"/>
              </a:srgbClr>
            </a:outerShdw>
          </a:effectLst>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93" name="Shape 15"/>
          <p:cNvSpPr/>
          <p:nvPr/>
        </p:nvSpPr>
        <p:spPr>
          <a:xfrm>
            <a:off x="4645080" y="1737360"/>
            <a:ext cx="2011320" cy="54360"/>
          </a:xfrm>
          <a:prstGeom prst="rect">
            <a:avLst/>
          </a:prstGeom>
          <a:solidFill>
            <a:srgbClr val="c9a84c"/>
          </a:solidFill>
          <a:ln w="12700">
            <a:solidFill>
              <a:srgbClr val="c9a84c"/>
            </a:solidFill>
            <a:round/>
          </a:ln>
        </p:spPr>
        <p:style>
          <a:lnRef idx="0"/>
          <a:fillRef idx="0"/>
          <a:effectRef idx="0"/>
          <a:fontRef idx="minor"/>
        </p:style>
        <p:txBody>
          <a:bodyPr lIns="90000" rIns="90000" tIns="9720" bIns="9720" anchor="t">
            <a:noAutofit/>
          </a:bodyPr>
          <a:p>
            <a:endParaRPr b="0" lang="en-GB" sz="1800" spc="-1" strike="noStrike">
              <a:solidFill>
                <a:srgbClr val="000000"/>
              </a:solidFill>
              <a:latin typeface="Arial"/>
            </a:endParaRPr>
          </a:p>
        </p:txBody>
      </p:sp>
      <p:sp>
        <p:nvSpPr>
          <p:cNvPr id="94" name="Text 16"/>
          <p:cNvSpPr/>
          <p:nvPr/>
        </p:nvSpPr>
        <p:spPr>
          <a:xfrm>
            <a:off x="4718160" y="1828800"/>
            <a:ext cx="45684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c9a84c"/>
                </a:solidFill>
                <a:latin typeface="Calibri"/>
                <a:ea typeface="Calibri"/>
              </a:rPr>
              <a:t>03</a:t>
            </a:r>
            <a:endParaRPr b="0" lang="en-GB" sz="1300" spc="-1" strike="noStrike">
              <a:solidFill>
                <a:srgbClr val="ffffff"/>
              </a:solidFill>
              <a:latin typeface="Arial"/>
            </a:endParaRPr>
          </a:p>
        </p:txBody>
      </p:sp>
      <p:pic>
        <p:nvPicPr>
          <p:cNvPr id="95" name="Image 2" descr="preencoded.png"/>
          <p:cNvPicPr/>
          <p:nvPr/>
        </p:nvPicPr>
        <p:blipFill>
          <a:blip r:embed="rId3"/>
          <a:stretch/>
        </p:blipFill>
        <p:spPr>
          <a:xfrm>
            <a:off x="5376600" y="1874520"/>
            <a:ext cx="502560" cy="502560"/>
          </a:xfrm>
          <a:prstGeom prst="rect">
            <a:avLst/>
          </a:prstGeom>
          <a:ln w="0">
            <a:noFill/>
          </a:ln>
        </p:spPr>
      </p:pic>
      <p:sp>
        <p:nvSpPr>
          <p:cNvPr id="96" name="Text 17"/>
          <p:cNvSpPr/>
          <p:nvPr/>
        </p:nvSpPr>
        <p:spPr>
          <a:xfrm>
            <a:off x="4736520" y="2487240"/>
            <a:ext cx="1828440" cy="3470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ffffff"/>
                </a:solidFill>
                <a:latin typeface="Calibri"/>
                <a:ea typeface="Calibri"/>
              </a:rPr>
              <a:t>Timestamp</a:t>
            </a:r>
            <a:endParaRPr b="0" lang="en-GB" sz="1400" spc="-1" strike="noStrike">
              <a:solidFill>
                <a:srgbClr val="ffffff"/>
              </a:solidFill>
              <a:latin typeface="Arial"/>
            </a:endParaRPr>
          </a:p>
        </p:txBody>
      </p:sp>
      <p:sp>
        <p:nvSpPr>
          <p:cNvPr id="97" name="Text 18"/>
          <p:cNvSpPr/>
          <p:nvPr/>
        </p:nvSpPr>
        <p:spPr>
          <a:xfrm>
            <a:off x="4736520" y="2880360"/>
            <a:ext cx="1828440" cy="1782720"/>
          </a:xfrm>
          <a:prstGeom prst="rect">
            <a:avLst/>
          </a:prstGeom>
          <a:noFill/>
          <a:ln w="0">
            <a:noFill/>
          </a:ln>
        </p:spPr>
        <p:style>
          <a:lnRef idx="0"/>
          <a:fillRef idx="0"/>
          <a:effectRef idx="0"/>
          <a:fontRef idx="minor"/>
        </p:style>
        <p:txBody>
          <a:bodyPr lIns="0" rIns="0" tIns="0" bIns="0" anchor="ctr">
            <a:noAutofit/>
          </a:bodyPr>
          <a:p>
            <a:pPr defTabSz="914400">
              <a:lnSpc>
                <a:spcPct val="100000"/>
              </a:lnSpc>
              <a:spcAft>
                <a:spcPts val="201"/>
              </a:spcAft>
              <a:tabLst>
                <a:tab algn="l" pos="0"/>
              </a:tabLst>
            </a:pPr>
            <a:r>
              <a:rPr b="0" lang="en-US" sz="1000" spc="-1" strike="noStrike">
                <a:solidFill>
                  <a:srgbClr val="8fa3bf"/>
                </a:solidFill>
                <a:latin typeface="Calibri"/>
                <a:ea typeface="Calibri"/>
              </a:rPr>
              <a:t>An independent third-party Timestamping Authority (RFC 3161) certifies the exact moment of creation. No one — not even ProofStamp — can alter this.</a:t>
            </a:r>
            <a:endParaRPr b="0" lang="en-GB" sz="1000" spc="-1" strike="noStrike">
              <a:solidFill>
                <a:srgbClr val="ffffff"/>
              </a:solidFill>
              <a:latin typeface="Arial"/>
            </a:endParaRPr>
          </a:p>
        </p:txBody>
      </p:sp>
      <p:sp>
        <p:nvSpPr>
          <p:cNvPr id="98" name="Shape 19"/>
          <p:cNvSpPr/>
          <p:nvPr/>
        </p:nvSpPr>
        <p:spPr>
          <a:xfrm>
            <a:off x="6821280" y="1737360"/>
            <a:ext cx="2011320" cy="3108600"/>
          </a:xfrm>
          <a:prstGeom prst="rect">
            <a:avLst/>
          </a:prstGeom>
          <a:solidFill>
            <a:srgbClr val="132035"/>
          </a:solidFill>
          <a:ln w="12700">
            <a:solidFill>
              <a:srgbClr val="162b52"/>
            </a:solidFill>
            <a:round/>
          </a:ln>
          <a:effectLst>
            <a:outerShdw algn="bl" blurRad="127080" dir="8100000" dist="50402" kx="0" ky="0" rotWithShape="0" sx="100000" sy="100000">
              <a:srgbClr val="000000">
                <a:alpha val="25000"/>
              </a:srgbClr>
            </a:outerShdw>
          </a:effectLst>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99" name="Shape 20"/>
          <p:cNvSpPr/>
          <p:nvPr/>
        </p:nvSpPr>
        <p:spPr>
          <a:xfrm>
            <a:off x="6821280" y="1737360"/>
            <a:ext cx="2011320" cy="54360"/>
          </a:xfrm>
          <a:prstGeom prst="rect">
            <a:avLst/>
          </a:prstGeom>
          <a:solidFill>
            <a:srgbClr val="2dd4ae"/>
          </a:solidFill>
          <a:ln w="12700">
            <a:solidFill>
              <a:srgbClr val="2dd4ae"/>
            </a:solidFill>
            <a:round/>
          </a:ln>
        </p:spPr>
        <p:style>
          <a:lnRef idx="0"/>
          <a:fillRef idx="0"/>
          <a:effectRef idx="0"/>
          <a:fontRef idx="minor"/>
        </p:style>
        <p:txBody>
          <a:bodyPr lIns="90000" rIns="90000" tIns="9720" bIns="9720" anchor="t">
            <a:noAutofit/>
          </a:bodyPr>
          <a:p>
            <a:endParaRPr b="0" lang="en-GB" sz="1800" spc="-1" strike="noStrike">
              <a:solidFill>
                <a:srgbClr val="000000"/>
              </a:solidFill>
              <a:latin typeface="Arial"/>
            </a:endParaRPr>
          </a:p>
        </p:txBody>
      </p:sp>
      <p:sp>
        <p:nvSpPr>
          <p:cNvPr id="100" name="Text 21"/>
          <p:cNvSpPr/>
          <p:nvPr/>
        </p:nvSpPr>
        <p:spPr>
          <a:xfrm>
            <a:off x="6894720" y="1828800"/>
            <a:ext cx="45684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2dd4ae"/>
                </a:solidFill>
                <a:latin typeface="Calibri"/>
                <a:ea typeface="Calibri"/>
              </a:rPr>
              <a:t>04</a:t>
            </a:r>
            <a:endParaRPr b="0" lang="en-GB" sz="1300" spc="-1" strike="noStrike">
              <a:solidFill>
                <a:srgbClr val="ffffff"/>
              </a:solidFill>
              <a:latin typeface="Arial"/>
            </a:endParaRPr>
          </a:p>
        </p:txBody>
      </p:sp>
      <p:pic>
        <p:nvPicPr>
          <p:cNvPr id="101" name="Image 3" descr="preencoded.png"/>
          <p:cNvPicPr/>
          <p:nvPr/>
        </p:nvPicPr>
        <p:blipFill>
          <a:blip r:embed="rId4"/>
          <a:stretch/>
        </p:blipFill>
        <p:spPr>
          <a:xfrm>
            <a:off x="7552800" y="1874520"/>
            <a:ext cx="502560" cy="502560"/>
          </a:xfrm>
          <a:prstGeom prst="rect">
            <a:avLst/>
          </a:prstGeom>
          <a:ln w="0">
            <a:noFill/>
          </a:ln>
        </p:spPr>
      </p:pic>
      <p:sp>
        <p:nvSpPr>
          <p:cNvPr id="102" name="Text 22"/>
          <p:cNvSpPr/>
          <p:nvPr/>
        </p:nvSpPr>
        <p:spPr>
          <a:xfrm>
            <a:off x="6912720" y="2487240"/>
            <a:ext cx="1828440" cy="3470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ffffff"/>
                </a:solidFill>
                <a:latin typeface="Calibri"/>
                <a:ea typeface="Calibri"/>
              </a:rPr>
              <a:t>Litigation Pack</a:t>
            </a:r>
            <a:endParaRPr b="0" lang="en-GB" sz="1400" spc="-1" strike="noStrike">
              <a:solidFill>
                <a:srgbClr val="ffffff"/>
              </a:solidFill>
              <a:latin typeface="Arial"/>
            </a:endParaRPr>
          </a:p>
        </p:txBody>
      </p:sp>
      <p:sp>
        <p:nvSpPr>
          <p:cNvPr id="103" name="Text 23"/>
          <p:cNvSpPr/>
          <p:nvPr/>
        </p:nvSpPr>
        <p:spPr>
          <a:xfrm>
            <a:off x="6912720" y="2880360"/>
            <a:ext cx="1828440" cy="1782720"/>
          </a:xfrm>
          <a:prstGeom prst="rect">
            <a:avLst/>
          </a:prstGeom>
          <a:noFill/>
          <a:ln w="0">
            <a:noFill/>
          </a:ln>
        </p:spPr>
        <p:style>
          <a:lnRef idx="0"/>
          <a:fillRef idx="0"/>
          <a:effectRef idx="0"/>
          <a:fontRef idx="minor"/>
        </p:style>
        <p:txBody>
          <a:bodyPr lIns="0" rIns="0" tIns="0" bIns="0" anchor="ctr">
            <a:noAutofit/>
          </a:bodyPr>
          <a:p>
            <a:pPr defTabSz="914400">
              <a:lnSpc>
                <a:spcPct val="100000"/>
              </a:lnSpc>
              <a:spcAft>
                <a:spcPts val="201"/>
              </a:spcAft>
              <a:tabLst>
                <a:tab algn="l" pos="0"/>
              </a:tabLst>
            </a:pPr>
            <a:r>
              <a:rPr b="0" lang="en-US" sz="1000" spc="-1" strike="noStrike">
                <a:solidFill>
                  <a:srgbClr val="8fa3bf"/>
                </a:solidFill>
                <a:latin typeface="Calibri"/>
                <a:ea typeface="Calibri"/>
              </a:rPr>
              <a:t>Creator receives a complete evidence package: certificate, court-ready BSA 2023 document, timestamp token, and audit trail — ready for their advocate.</a:t>
            </a:r>
            <a:endParaRPr b="0" lang="en-GB" sz="1000" spc="-1" strike="noStrike">
              <a:solidFill>
                <a:srgbClr val="ffffff"/>
              </a:solidFill>
              <a:latin typeface="Arial"/>
            </a:endParaRPr>
          </a:p>
        </p:txBody>
      </p:sp>
      <p:sp>
        <p:nvSpPr>
          <p:cNvPr id="104" name="Shape 24"/>
          <p:cNvSpPr/>
          <p:nvPr/>
        </p:nvSpPr>
        <p:spPr>
          <a:xfrm>
            <a:off x="2304000" y="2834640"/>
            <a:ext cx="164880" cy="360"/>
          </a:xfrm>
          <a:prstGeom prst="line">
            <a:avLst/>
          </a:prstGeom>
          <a:ln w="19050">
            <a:solidFill>
              <a:srgbClr val="c9a84c"/>
            </a:solidFill>
            <a:round/>
          </a:ln>
        </p:spPr>
        <p:style>
          <a:lnRef idx="0"/>
          <a:fillRef idx="0"/>
          <a:effectRef idx="0"/>
          <a:fontRef idx="minor"/>
        </p:style>
        <p:txBody>
          <a:bodyPr lIns="90000" rIns="90000" tIns="-44640" bIns="-44640" anchor="t" anchorCtr="1">
            <a:noAutofit/>
          </a:bodyPr>
          <a:p>
            <a:endParaRPr b="0" lang="en-GB" sz="1800" spc="-1" strike="noStrike">
              <a:solidFill>
                <a:srgbClr val="ffffff"/>
              </a:solidFill>
              <a:latin typeface="Arial"/>
            </a:endParaRPr>
          </a:p>
        </p:txBody>
      </p:sp>
      <p:sp>
        <p:nvSpPr>
          <p:cNvPr id="105" name="Shape 25"/>
          <p:cNvSpPr/>
          <p:nvPr/>
        </p:nvSpPr>
        <p:spPr>
          <a:xfrm>
            <a:off x="4480560" y="2834640"/>
            <a:ext cx="164520" cy="360"/>
          </a:xfrm>
          <a:prstGeom prst="line">
            <a:avLst/>
          </a:prstGeom>
          <a:ln w="19050">
            <a:solidFill>
              <a:srgbClr val="c9a84c"/>
            </a:solidFill>
            <a:round/>
          </a:ln>
        </p:spPr>
        <p:style>
          <a:lnRef idx="0"/>
          <a:fillRef idx="0"/>
          <a:effectRef idx="0"/>
          <a:fontRef idx="minor"/>
        </p:style>
        <p:txBody>
          <a:bodyPr lIns="90000" rIns="90000" tIns="-44640" bIns="-44640" anchor="t" anchorCtr="1">
            <a:noAutofit/>
          </a:bodyPr>
          <a:p>
            <a:endParaRPr b="0" lang="en-GB" sz="1800" spc="-1" strike="noStrike">
              <a:solidFill>
                <a:srgbClr val="ffffff"/>
              </a:solidFill>
              <a:latin typeface="Arial"/>
            </a:endParaRPr>
          </a:p>
        </p:txBody>
      </p:sp>
      <p:sp>
        <p:nvSpPr>
          <p:cNvPr id="106" name="Shape 26"/>
          <p:cNvSpPr/>
          <p:nvPr/>
        </p:nvSpPr>
        <p:spPr>
          <a:xfrm>
            <a:off x="6656760" y="2834640"/>
            <a:ext cx="164520" cy="360"/>
          </a:xfrm>
          <a:prstGeom prst="line">
            <a:avLst/>
          </a:prstGeom>
          <a:ln w="19050">
            <a:solidFill>
              <a:srgbClr val="c9a84c"/>
            </a:solidFill>
            <a:round/>
          </a:ln>
        </p:spPr>
        <p:style>
          <a:lnRef idx="0"/>
          <a:fillRef idx="0"/>
          <a:effectRef idx="0"/>
          <a:fontRef idx="minor"/>
        </p:style>
        <p:txBody>
          <a:bodyPr lIns="90000" rIns="90000" tIns="-44640" bIns="-44640" anchor="t" anchorCtr="1">
            <a:noAutofit/>
          </a:bodyPr>
          <a:p>
            <a:endParaRPr b="0" lang="en-GB" sz="18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a1628"/>
        </a:solidFill>
      </p:bgPr>
    </p:bg>
    <p:spTree>
      <p:nvGrpSpPr>
        <p:cNvPr id="1" name=""/>
        <p:cNvGrpSpPr/>
        <p:nvPr/>
      </p:nvGrpSpPr>
      <p:grpSpPr>
        <a:xfrm>
          <a:off x="0" y="0"/>
          <a:ext cx="0" cy="0"/>
          <a:chOff x="0" y="0"/>
          <a:chExt cx="0" cy="0"/>
        </a:xfrm>
      </p:grpSpPr>
      <p:sp>
        <p:nvSpPr>
          <p:cNvPr id="107" name="Shape 15"/>
          <p:cNvSpPr/>
          <p:nvPr/>
        </p:nvSpPr>
        <p:spPr>
          <a:xfrm>
            <a:off x="4727520" y="3063240"/>
            <a:ext cx="4114440" cy="1782720"/>
          </a:xfrm>
          <a:prstGeom prst="rect">
            <a:avLst/>
          </a:prstGeom>
          <a:solidFill>
            <a:srgbClr val="132035"/>
          </a:solidFill>
          <a:ln w="12700">
            <a:solidFill>
              <a:srgbClr val="162b52"/>
            </a:solidFill>
            <a:round/>
          </a:ln>
          <a:effectLst>
            <a:outerShdw algn="bl" blurRad="127080" dir="8100000" dist="50402" kx="0" ky="0" rotWithShape="0" sx="100000" sy="100000">
              <a:srgbClr val="000000">
                <a:alpha val="25000"/>
              </a:srgbClr>
            </a:outerShdw>
          </a:effectLst>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08" name="Shape 0"/>
          <p:cNvSpPr/>
          <p:nvPr/>
        </p:nvSpPr>
        <p:spPr>
          <a:xfrm>
            <a:off x="0" y="0"/>
            <a:ext cx="9143640" cy="54360"/>
          </a:xfrm>
          <a:prstGeom prst="rect">
            <a:avLst/>
          </a:prstGeom>
          <a:solidFill>
            <a:srgbClr val="c9a84c"/>
          </a:solidFill>
          <a:ln w="12700">
            <a:solidFill>
              <a:srgbClr val="c9a84c"/>
            </a:solidFill>
            <a:round/>
          </a:ln>
        </p:spPr>
        <p:style>
          <a:lnRef idx="0"/>
          <a:fillRef idx="0"/>
          <a:effectRef idx="0"/>
          <a:fontRef idx="minor"/>
        </p:style>
        <p:txBody>
          <a:bodyPr lIns="90000" rIns="90000" tIns="9720" bIns="9720" anchor="t">
            <a:noAutofit/>
          </a:bodyPr>
          <a:p>
            <a:endParaRPr b="0" lang="en-GB" sz="1800" spc="-1" strike="noStrike">
              <a:solidFill>
                <a:srgbClr val="000000"/>
              </a:solidFill>
              <a:latin typeface="Arial"/>
            </a:endParaRPr>
          </a:p>
        </p:txBody>
      </p:sp>
      <p:sp>
        <p:nvSpPr>
          <p:cNvPr id="109" name="Text 1"/>
          <p:cNvSpPr/>
          <p:nvPr/>
        </p:nvSpPr>
        <p:spPr>
          <a:xfrm>
            <a:off x="457200" y="182880"/>
            <a:ext cx="822924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00" spc="398" strike="noStrike">
                <a:solidFill>
                  <a:srgbClr val="c9a84c"/>
                </a:solidFill>
                <a:latin typeface="Calibri"/>
                <a:ea typeface="Calibri"/>
              </a:rPr>
              <a:t>THE MOAT</a:t>
            </a:r>
            <a:endParaRPr b="0" lang="en-GB" sz="1000" spc="-1" strike="noStrike">
              <a:solidFill>
                <a:srgbClr val="ffffff"/>
              </a:solidFill>
              <a:latin typeface="Arial"/>
            </a:endParaRPr>
          </a:p>
        </p:txBody>
      </p:sp>
      <p:sp>
        <p:nvSpPr>
          <p:cNvPr id="110" name="Text 2"/>
          <p:cNvSpPr/>
          <p:nvPr/>
        </p:nvSpPr>
        <p:spPr>
          <a:xfrm>
            <a:off x="457200" y="567000"/>
            <a:ext cx="8229240" cy="411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200" spc="-1" strike="noStrike">
                <a:solidFill>
                  <a:srgbClr val="ffffff"/>
                </a:solidFill>
                <a:latin typeface="Georgia"/>
                <a:ea typeface="Georgia"/>
              </a:rPr>
              <a:t>Our </a:t>
            </a:r>
            <a:r>
              <a:rPr b="1" lang="en-US" sz="2200" spc="-1" strike="noStrike">
                <a:solidFill>
                  <a:srgbClr val="ffffff"/>
                </a:solidFill>
                <a:latin typeface="Georgia"/>
                <a:ea typeface="Georgia"/>
              </a:rPr>
              <a:t>USP</a:t>
            </a:r>
            <a:endParaRPr b="0" lang="en-GB" sz="2200" spc="-1" strike="noStrike">
              <a:solidFill>
                <a:srgbClr val="ffffff"/>
              </a:solidFill>
              <a:latin typeface="Arial"/>
            </a:endParaRPr>
          </a:p>
        </p:txBody>
      </p:sp>
      <p:sp>
        <p:nvSpPr>
          <p:cNvPr id="111" name="Shape 3"/>
          <p:cNvSpPr/>
          <p:nvPr/>
        </p:nvSpPr>
        <p:spPr>
          <a:xfrm>
            <a:off x="320040" y="1143000"/>
            <a:ext cx="4114440" cy="1782720"/>
          </a:xfrm>
          <a:prstGeom prst="rect">
            <a:avLst/>
          </a:prstGeom>
          <a:solidFill>
            <a:srgbClr val="132035"/>
          </a:solidFill>
          <a:ln w="12700">
            <a:solidFill>
              <a:srgbClr val="162b52"/>
            </a:solidFill>
            <a:round/>
          </a:ln>
          <a:effectLst>
            <a:outerShdw algn="bl" blurRad="127080" dir="8100000" dist="50402" kx="0" ky="0" rotWithShape="0" sx="100000" sy="100000">
              <a:srgbClr val="000000">
                <a:alpha val="25000"/>
              </a:srgbClr>
            </a:outerShdw>
          </a:effectLst>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12" name="Shape 4"/>
          <p:cNvSpPr/>
          <p:nvPr/>
        </p:nvSpPr>
        <p:spPr>
          <a:xfrm>
            <a:off x="320040" y="1143000"/>
            <a:ext cx="4114440" cy="54360"/>
          </a:xfrm>
          <a:prstGeom prst="rect">
            <a:avLst/>
          </a:prstGeom>
          <a:solidFill>
            <a:srgbClr val="c9a84c"/>
          </a:solidFill>
          <a:ln w="12700">
            <a:solidFill>
              <a:srgbClr val="c9a84c"/>
            </a:solidFill>
            <a:round/>
          </a:ln>
        </p:spPr>
        <p:style>
          <a:lnRef idx="0"/>
          <a:fillRef idx="0"/>
          <a:effectRef idx="0"/>
          <a:fontRef idx="minor"/>
        </p:style>
        <p:txBody>
          <a:bodyPr lIns="90000" rIns="90000" tIns="9720" bIns="9720" anchor="t">
            <a:noAutofit/>
          </a:bodyPr>
          <a:p>
            <a:endParaRPr b="0" lang="en-GB" sz="1800" spc="-1" strike="noStrike">
              <a:solidFill>
                <a:srgbClr val="000000"/>
              </a:solidFill>
              <a:latin typeface="Arial"/>
            </a:endParaRPr>
          </a:p>
        </p:txBody>
      </p:sp>
      <p:pic>
        <p:nvPicPr>
          <p:cNvPr id="113" name="Image 0" descr="preencoded.png"/>
          <p:cNvPicPr/>
          <p:nvPr/>
        </p:nvPicPr>
        <p:blipFill>
          <a:blip r:embed="rId1"/>
          <a:stretch/>
        </p:blipFill>
        <p:spPr>
          <a:xfrm>
            <a:off x="457200" y="1325880"/>
            <a:ext cx="411120" cy="411120"/>
          </a:xfrm>
          <a:prstGeom prst="rect">
            <a:avLst/>
          </a:prstGeom>
          <a:ln w="0">
            <a:noFill/>
          </a:ln>
        </p:spPr>
      </p:pic>
      <p:sp>
        <p:nvSpPr>
          <p:cNvPr id="114" name="Text 5"/>
          <p:cNvSpPr/>
          <p:nvPr/>
        </p:nvSpPr>
        <p:spPr>
          <a:xfrm>
            <a:off x="960120" y="1307520"/>
            <a:ext cx="3337200" cy="383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ffffff"/>
                </a:solidFill>
                <a:latin typeface="Calibri"/>
                <a:ea typeface="Calibri"/>
              </a:rPr>
              <a:t>Legal Expertise Moat</a:t>
            </a:r>
            <a:endParaRPr b="0" lang="en-GB" sz="1300" spc="-1" strike="noStrike">
              <a:solidFill>
                <a:srgbClr val="ffffff"/>
              </a:solidFill>
              <a:latin typeface="Arial"/>
            </a:endParaRPr>
          </a:p>
        </p:txBody>
      </p:sp>
      <p:sp>
        <p:nvSpPr>
          <p:cNvPr id="115" name="Text 6"/>
          <p:cNvSpPr/>
          <p:nvPr/>
        </p:nvSpPr>
        <p:spPr>
          <a:xfrm>
            <a:off x="457200" y="1828800"/>
            <a:ext cx="3840120" cy="10054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50" spc="-1" strike="noStrike">
                <a:solidFill>
                  <a:srgbClr val="8fa3bf"/>
                </a:solidFill>
                <a:latin typeface="Calibri"/>
                <a:ea typeface="Calibri"/>
              </a:rPr>
              <a:t>We are the only platform engineered after the </a:t>
            </a:r>
            <a:r>
              <a:rPr b="1" lang="en-US" sz="1050" spc="-1" strike="noStrike">
                <a:solidFill>
                  <a:srgbClr val="8fa3bf"/>
                </a:solidFill>
                <a:latin typeface="Calibri"/>
                <a:ea typeface="Calibri"/>
              </a:rPr>
              <a:t>Bharatiya Sakshya Adhiniyam 2023 </a:t>
            </a:r>
            <a:r>
              <a:rPr b="0" lang="en-US" sz="1050" spc="-1" strike="noStrike">
                <a:solidFill>
                  <a:srgbClr val="8fa3bf"/>
                </a:solidFill>
                <a:latin typeface="Calibri"/>
                <a:ea typeface="Calibri"/>
              </a:rPr>
              <a:t>following the latest laws</a:t>
            </a:r>
            <a:r>
              <a:rPr b="0" lang="en-US" sz="1050" spc="-1" strike="noStrike">
                <a:solidFill>
                  <a:srgbClr val="8fa3bf"/>
                </a:solidFill>
                <a:latin typeface="Calibri"/>
                <a:ea typeface="Calibri"/>
              </a:rPr>
              <a:t>. Replicating this requires deep Indian IP law knowledge, not just engineering. </a:t>
            </a:r>
            <a:r>
              <a:rPr b="1" lang="en-US" sz="1050" spc="-1" strike="noStrike">
                <a:solidFill>
                  <a:srgbClr val="8fa3bf"/>
                </a:solidFill>
                <a:latin typeface="Calibri"/>
                <a:ea typeface="Calibri"/>
              </a:rPr>
              <a:t>Every proof attached while stamping the file can be independently verified as well.</a:t>
            </a:r>
            <a:endParaRPr b="0" lang="en-GB" sz="1050" spc="-1" strike="noStrike">
              <a:solidFill>
                <a:srgbClr val="ffffff"/>
              </a:solidFill>
              <a:latin typeface="Arial"/>
            </a:endParaRPr>
          </a:p>
        </p:txBody>
      </p:sp>
      <p:sp>
        <p:nvSpPr>
          <p:cNvPr id="116" name="Shape 7"/>
          <p:cNvSpPr/>
          <p:nvPr/>
        </p:nvSpPr>
        <p:spPr>
          <a:xfrm>
            <a:off x="4727520" y="1143000"/>
            <a:ext cx="4114440" cy="1782720"/>
          </a:xfrm>
          <a:prstGeom prst="rect">
            <a:avLst/>
          </a:prstGeom>
          <a:solidFill>
            <a:srgbClr val="132035"/>
          </a:solidFill>
          <a:ln w="12700">
            <a:solidFill>
              <a:srgbClr val="162b52"/>
            </a:solidFill>
            <a:round/>
          </a:ln>
          <a:effectLst>
            <a:outerShdw algn="bl" blurRad="127080" dir="8100000" dist="50402" kx="0" ky="0" rotWithShape="0" sx="100000" sy="100000">
              <a:srgbClr val="000000">
                <a:alpha val="25000"/>
              </a:srgbClr>
            </a:outerShdw>
          </a:effectLst>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17" name="Shape 8"/>
          <p:cNvSpPr/>
          <p:nvPr/>
        </p:nvSpPr>
        <p:spPr>
          <a:xfrm>
            <a:off x="4727520" y="3087000"/>
            <a:ext cx="4114440" cy="54360"/>
          </a:xfrm>
          <a:prstGeom prst="rect">
            <a:avLst/>
          </a:prstGeom>
          <a:solidFill>
            <a:srgbClr val="2dd4ae"/>
          </a:solidFill>
          <a:ln w="12700">
            <a:solidFill>
              <a:srgbClr val="2dd4ae"/>
            </a:solidFill>
            <a:round/>
          </a:ln>
        </p:spPr>
        <p:style>
          <a:lnRef idx="0"/>
          <a:fillRef idx="0"/>
          <a:effectRef idx="0"/>
          <a:fontRef idx="minor"/>
        </p:style>
        <p:txBody>
          <a:bodyPr lIns="90000" rIns="90000" tIns="9720" bIns="9720" anchor="t">
            <a:noAutofit/>
          </a:bodyPr>
          <a:p>
            <a:endParaRPr b="0" lang="en-GB" sz="1800" spc="-1" strike="noStrike">
              <a:solidFill>
                <a:srgbClr val="000000"/>
              </a:solidFill>
              <a:latin typeface="Arial"/>
            </a:endParaRPr>
          </a:p>
        </p:txBody>
      </p:sp>
      <p:pic>
        <p:nvPicPr>
          <p:cNvPr id="118" name="Image 1" descr="preencoded.png"/>
          <p:cNvPicPr/>
          <p:nvPr/>
        </p:nvPicPr>
        <p:blipFill>
          <a:blip r:embed="rId2"/>
          <a:stretch/>
        </p:blipFill>
        <p:spPr>
          <a:xfrm>
            <a:off x="4864680" y="3269880"/>
            <a:ext cx="411120" cy="411120"/>
          </a:xfrm>
          <a:prstGeom prst="rect">
            <a:avLst/>
          </a:prstGeom>
          <a:ln w="0">
            <a:noFill/>
          </a:ln>
        </p:spPr>
      </p:pic>
      <p:sp>
        <p:nvSpPr>
          <p:cNvPr id="119" name="Text 9"/>
          <p:cNvSpPr/>
          <p:nvPr/>
        </p:nvSpPr>
        <p:spPr>
          <a:xfrm>
            <a:off x="5367600" y="3251520"/>
            <a:ext cx="3337200" cy="383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ffffff"/>
                </a:solidFill>
                <a:latin typeface="Calibri"/>
                <a:ea typeface="Calibri"/>
              </a:rPr>
              <a:t>Data Network Effect</a:t>
            </a:r>
            <a:endParaRPr b="0" lang="en-GB" sz="1300" spc="-1" strike="noStrike">
              <a:solidFill>
                <a:srgbClr val="ffffff"/>
              </a:solidFill>
              <a:latin typeface="Arial"/>
            </a:endParaRPr>
          </a:p>
        </p:txBody>
      </p:sp>
      <p:sp>
        <p:nvSpPr>
          <p:cNvPr id="120" name="Text 10"/>
          <p:cNvSpPr/>
          <p:nvPr/>
        </p:nvSpPr>
        <p:spPr>
          <a:xfrm>
            <a:off x="4864680" y="3772800"/>
            <a:ext cx="3840120" cy="10054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50" spc="-1" strike="noStrike">
                <a:solidFill>
                  <a:srgbClr val="8fa3bf"/>
                </a:solidFill>
                <a:latin typeface="Calibri"/>
                <a:ea typeface="Calibri"/>
              </a:rPr>
              <a:t>Every stamped </a:t>
            </a:r>
            <a:r>
              <a:rPr b="0" lang="en-US" sz="1050" spc="-1" strike="noStrike">
                <a:solidFill>
                  <a:srgbClr val="8fa3bf"/>
                </a:solidFill>
                <a:latin typeface="Calibri"/>
                <a:ea typeface="Calibri"/>
              </a:rPr>
              <a:t>file adds a </a:t>
            </a:r>
            <a:r>
              <a:rPr b="0" lang="en-US" sz="1050" spc="-1" strike="noStrike">
                <a:solidFill>
                  <a:srgbClr val="8fa3bf"/>
                </a:solidFill>
                <a:latin typeface="Calibri"/>
                <a:ea typeface="Calibri"/>
              </a:rPr>
              <a:t>perceptual </a:t>
            </a:r>
            <a:r>
              <a:rPr b="0" lang="en-US" sz="1050" spc="-1" strike="noStrike">
                <a:solidFill>
                  <a:srgbClr val="8fa3bf"/>
                </a:solidFill>
                <a:latin typeface="Calibri"/>
                <a:ea typeface="Calibri"/>
              </a:rPr>
              <a:t>hash to our </a:t>
            </a:r>
            <a:r>
              <a:rPr b="0" lang="en-US" sz="1050" spc="-1" strike="noStrike">
                <a:solidFill>
                  <a:srgbClr val="8fa3bf"/>
                </a:solidFill>
                <a:latin typeface="Calibri"/>
                <a:ea typeface="Calibri"/>
              </a:rPr>
              <a:t>registry. After </a:t>
            </a:r>
            <a:r>
              <a:rPr b="0" lang="en-US" sz="1050" spc="-1" strike="noStrike">
                <a:solidFill>
                  <a:srgbClr val="8fa3bf"/>
                </a:solidFill>
                <a:latin typeface="Calibri"/>
                <a:ea typeface="Calibri"/>
              </a:rPr>
              <a:t>12 months we </a:t>
            </a:r>
            <a:r>
              <a:rPr b="0" lang="en-US" sz="1050" spc="-1" strike="noStrike">
                <a:solidFill>
                  <a:srgbClr val="8fa3bf"/>
                </a:solidFill>
                <a:latin typeface="Calibri"/>
                <a:ea typeface="Calibri"/>
              </a:rPr>
              <a:t>will have a </a:t>
            </a:r>
            <a:r>
              <a:rPr b="0" lang="en-US" sz="1050" spc="-1" strike="noStrike">
                <a:solidFill>
                  <a:srgbClr val="8fa3bf"/>
                </a:solidFill>
                <a:latin typeface="Calibri"/>
                <a:ea typeface="Calibri"/>
              </a:rPr>
              <a:t>dataset of </a:t>
            </a:r>
            <a:r>
              <a:rPr b="0" lang="en-US" sz="1050" spc="-1" strike="noStrike">
                <a:solidFill>
                  <a:srgbClr val="8fa3bf"/>
                </a:solidFill>
                <a:latin typeface="Calibri"/>
                <a:ea typeface="Calibri"/>
              </a:rPr>
              <a:t>verified </a:t>
            </a:r>
            <a:r>
              <a:rPr b="0" lang="en-US" sz="1050" spc="-1" strike="noStrike">
                <a:solidFill>
                  <a:srgbClr val="8fa3bf"/>
                </a:solidFill>
                <a:latin typeface="Calibri"/>
                <a:ea typeface="Calibri"/>
              </a:rPr>
              <a:t>original </a:t>
            </a:r>
            <a:r>
              <a:rPr b="0" lang="en-US" sz="1050" spc="-1" strike="noStrike">
                <a:solidFill>
                  <a:srgbClr val="8fa3bf"/>
                </a:solidFill>
                <a:latin typeface="Calibri"/>
                <a:ea typeface="Calibri"/>
              </a:rPr>
              <a:t>creation </a:t>
            </a:r>
            <a:r>
              <a:rPr b="0" lang="en-US" sz="1050" spc="-1" strike="noStrike">
                <a:solidFill>
                  <a:srgbClr val="8fa3bf"/>
                </a:solidFill>
                <a:latin typeface="Calibri"/>
                <a:ea typeface="Calibri"/>
              </a:rPr>
              <a:t>timestamps </a:t>
            </a:r>
            <a:r>
              <a:rPr b="0" lang="en-US" sz="1050" spc="-1" strike="noStrike">
                <a:solidFill>
                  <a:srgbClr val="8fa3bf"/>
                </a:solidFill>
                <a:latin typeface="Calibri"/>
                <a:ea typeface="Calibri"/>
              </a:rPr>
              <a:t>that no </a:t>
            </a:r>
            <a:r>
              <a:rPr b="0" lang="en-US" sz="1050" spc="-1" strike="noStrike">
                <a:solidFill>
                  <a:srgbClr val="8fa3bf"/>
                </a:solidFill>
                <a:latin typeface="Calibri"/>
                <a:ea typeface="Calibri"/>
              </a:rPr>
              <a:t>competitor can </a:t>
            </a:r>
            <a:r>
              <a:rPr b="0" lang="en-US" sz="1050" spc="-1" strike="noStrike">
                <a:solidFill>
                  <a:srgbClr val="8fa3bf"/>
                </a:solidFill>
                <a:latin typeface="Calibri"/>
                <a:ea typeface="Calibri"/>
              </a:rPr>
              <a:t>replicate — </a:t>
            </a:r>
            <a:r>
              <a:rPr b="0" lang="en-US" sz="1050" spc="-1" strike="noStrike">
                <a:solidFill>
                  <a:srgbClr val="8fa3bf"/>
                </a:solidFill>
                <a:latin typeface="Calibri"/>
                <a:ea typeface="Calibri"/>
              </a:rPr>
              <a:t>making </a:t>
            </a:r>
            <a:r>
              <a:rPr b="0" lang="en-US" sz="1050" spc="-1" strike="noStrike">
                <a:solidFill>
                  <a:srgbClr val="8fa3bf"/>
                </a:solidFill>
                <a:latin typeface="Calibri"/>
                <a:ea typeface="Calibri"/>
              </a:rPr>
              <a:t>ProofStamp </a:t>
            </a:r>
            <a:r>
              <a:rPr b="0" lang="en-US" sz="1050" spc="-1" strike="noStrike">
                <a:solidFill>
                  <a:srgbClr val="8fa3bf"/>
                </a:solidFill>
                <a:latin typeface="Calibri"/>
                <a:ea typeface="Calibri"/>
              </a:rPr>
              <a:t>the </a:t>
            </a:r>
            <a:r>
              <a:rPr b="0" lang="en-US" sz="1050" spc="-1" strike="noStrike">
                <a:solidFill>
                  <a:srgbClr val="8fa3bf"/>
                </a:solidFill>
                <a:latin typeface="Calibri"/>
                <a:ea typeface="Calibri"/>
              </a:rPr>
              <a:t>authoritative </a:t>
            </a:r>
            <a:r>
              <a:rPr b="0" lang="en-US" sz="1050" spc="-1" strike="noStrike">
                <a:solidFill>
                  <a:srgbClr val="8fa3bf"/>
                </a:solidFill>
                <a:latin typeface="Calibri"/>
                <a:ea typeface="Calibri"/>
              </a:rPr>
              <a:t>source of </a:t>
            </a:r>
            <a:r>
              <a:rPr b="0" lang="en-US" sz="1050" spc="-1" strike="noStrike">
                <a:solidFill>
                  <a:srgbClr val="8fa3bf"/>
                </a:solidFill>
                <a:latin typeface="Calibri"/>
                <a:ea typeface="Calibri"/>
              </a:rPr>
              <a:t>digital </a:t>
            </a:r>
            <a:r>
              <a:rPr b="0" lang="en-US" sz="1050" spc="-1" strike="noStrike">
                <a:solidFill>
                  <a:srgbClr val="8fa3bf"/>
                </a:solidFill>
                <a:latin typeface="Calibri"/>
                <a:ea typeface="Calibri"/>
              </a:rPr>
              <a:t>provenance in </a:t>
            </a:r>
            <a:r>
              <a:rPr b="0" lang="en-US" sz="1050" spc="-1" strike="noStrike">
                <a:solidFill>
                  <a:srgbClr val="8fa3bf"/>
                </a:solidFill>
                <a:latin typeface="Calibri"/>
                <a:ea typeface="Calibri"/>
              </a:rPr>
              <a:t>India.</a:t>
            </a:r>
            <a:endParaRPr b="0" lang="en-GB" sz="1050" spc="-1" strike="noStrike">
              <a:solidFill>
                <a:srgbClr val="ffffff"/>
              </a:solidFill>
              <a:latin typeface="Arial"/>
            </a:endParaRPr>
          </a:p>
        </p:txBody>
      </p:sp>
      <p:sp>
        <p:nvSpPr>
          <p:cNvPr id="121" name="Shape 11"/>
          <p:cNvSpPr/>
          <p:nvPr/>
        </p:nvSpPr>
        <p:spPr>
          <a:xfrm>
            <a:off x="320040" y="3063240"/>
            <a:ext cx="4114440" cy="1782720"/>
          </a:xfrm>
          <a:prstGeom prst="rect">
            <a:avLst/>
          </a:prstGeom>
          <a:solidFill>
            <a:srgbClr val="132035"/>
          </a:solidFill>
          <a:ln w="12700">
            <a:solidFill>
              <a:srgbClr val="162b52"/>
            </a:solidFill>
            <a:round/>
          </a:ln>
          <a:effectLst>
            <a:outerShdw algn="bl" blurRad="127080" dir="8100000" dist="50402" kx="0" ky="0" rotWithShape="0" sx="100000" sy="100000">
              <a:srgbClr val="000000">
                <a:alpha val="25000"/>
              </a:srgbClr>
            </a:outerShdw>
          </a:effectLst>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22" name="Shape 12"/>
          <p:cNvSpPr/>
          <p:nvPr/>
        </p:nvSpPr>
        <p:spPr>
          <a:xfrm>
            <a:off x="320040" y="3063240"/>
            <a:ext cx="4114440" cy="54360"/>
          </a:xfrm>
          <a:prstGeom prst="rect">
            <a:avLst/>
          </a:prstGeom>
          <a:solidFill>
            <a:srgbClr val="e8c96a"/>
          </a:solidFill>
          <a:ln w="12700">
            <a:solidFill>
              <a:srgbClr val="e8c96a"/>
            </a:solidFill>
            <a:round/>
          </a:ln>
        </p:spPr>
        <p:style>
          <a:lnRef idx="0"/>
          <a:fillRef idx="0"/>
          <a:effectRef idx="0"/>
          <a:fontRef idx="minor"/>
        </p:style>
        <p:txBody>
          <a:bodyPr lIns="90000" rIns="90000" tIns="9720" bIns="9720" anchor="t">
            <a:noAutofit/>
          </a:bodyPr>
          <a:p>
            <a:endParaRPr b="0" lang="en-GB" sz="1800" spc="-1" strike="noStrike">
              <a:solidFill>
                <a:srgbClr val="000000"/>
              </a:solidFill>
              <a:latin typeface="Arial"/>
            </a:endParaRPr>
          </a:p>
        </p:txBody>
      </p:sp>
      <p:pic>
        <p:nvPicPr>
          <p:cNvPr id="123" name="Image 2" descr="preencoded.png"/>
          <p:cNvPicPr/>
          <p:nvPr/>
        </p:nvPicPr>
        <p:blipFill>
          <a:blip r:embed="rId3"/>
          <a:stretch/>
        </p:blipFill>
        <p:spPr>
          <a:xfrm>
            <a:off x="457200" y="3246120"/>
            <a:ext cx="411120" cy="411120"/>
          </a:xfrm>
          <a:prstGeom prst="rect">
            <a:avLst/>
          </a:prstGeom>
          <a:ln w="0">
            <a:noFill/>
          </a:ln>
        </p:spPr>
      </p:pic>
      <p:sp>
        <p:nvSpPr>
          <p:cNvPr id="124" name="Text 13"/>
          <p:cNvSpPr/>
          <p:nvPr/>
        </p:nvSpPr>
        <p:spPr>
          <a:xfrm>
            <a:off x="960120" y="3227760"/>
            <a:ext cx="3337200" cy="383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ffffff"/>
                </a:solidFill>
                <a:latin typeface="Calibri"/>
                <a:ea typeface="Calibri"/>
              </a:rPr>
              <a:t>Creator Trust Network</a:t>
            </a:r>
            <a:endParaRPr b="0" lang="en-GB" sz="1300" spc="-1" strike="noStrike">
              <a:solidFill>
                <a:srgbClr val="ffffff"/>
              </a:solidFill>
              <a:latin typeface="Arial"/>
            </a:endParaRPr>
          </a:p>
        </p:txBody>
      </p:sp>
      <p:sp>
        <p:nvSpPr>
          <p:cNvPr id="125" name="Text 14"/>
          <p:cNvSpPr/>
          <p:nvPr/>
        </p:nvSpPr>
        <p:spPr>
          <a:xfrm>
            <a:off x="457200" y="3749040"/>
            <a:ext cx="3840120" cy="10054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50" spc="-1" strike="noStrike">
                <a:solidFill>
                  <a:srgbClr val="8fa3bf"/>
                </a:solidFill>
                <a:latin typeface="Calibri"/>
                <a:ea typeface="Calibri"/>
              </a:rPr>
              <a:t>Every Proof </a:t>
            </a:r>
            <a:r>
              <a:rPr b="0" lang="en-US" sz="1050" spc="-1" strike="noStrike">
                <a:solidFill>
                  <a:srgbClr val="8fa3bf"/>
                </a:solidFill>
                <a:latin typeface="Calibri"/>
                <a:ea typeface="Calibri"/>
              </a:rPr>
              <a:t>Passport page is </a:t>
            </a:r>
            <a:r>
              <a:rPr b="0" lang="en-US" sz="1050" spc="-1" strike="noStrike">
                <a:solidFill>
                  <a:srgbClr val="8fa3bf"/>
                </a:solidFill>
                <a:latin typeface="Calibri"/>
                <a:ea typeface="Calibri"/>
              </a:rPr>
              <a:t>publicly indexed. </a:t>
            </a:r>
            <a:r>
              <a:rPr b="0" lang="en-US" sz="1050" spc="-1" strike="noStrike">
                <a:solidFill>
                  <a:srgbClr val="8fa3bf"/>
                </a:solidFill>
                <a:latin typeface="Calibri"/>
                <a:ea typeface="Calibri"/>
              </a:rPr>
              <a:t>Every verification </a:t>
            </a:r>
            <a:r>
              <a:rPr b="0" lang="en-US" sz="1050" spc="-1" strike="noStrike">
                <a:solidFill>
                  <a:srgbClr val="8fa3bf"/>
                </a:solidFill>
                <a:latin typeface="Calibri"/>
                <a:ea typeface="Calibri"/>
              </a:rPr>
              <a:t>badge drives new </a:t>
            </a:r>
            <a:r>
              <a:rPr b="0" lang="en-US" sz="1050" spc="-1" strike="noStrike">
                <a:solidFill>
                  <a:srgbClr val="8fa3bf"/>
                </a:solidFill>
                <a:latin typeface="Calibri"/>
                <a:ea typeface="Calibri"/>
              </a:rPr>
              <a:t>registrations. </a:t>
            </a:r>
            <a:r>
              <a:rPr b="0" lang="en-US" sz="1050" spc="-1" strike="noStrike">
                <a:solidFill>
                  <a:srgbClr val="8fa3bf"/>
                </a:solidFill>
                <a:latin typeface="Calibri"/>
                <a:ea typeface="Calibri"/>
              </a:rPr>
              <a:t>Every DMCA </a:t>
            </a:r>
            <a:r>
              <a:rPr b="0" lang="en-US" sz="1050" spc="-1" strike="noStrike">
                <a:solidFill>
                  <a:srgbClr val="8fa3bf"/>
                </a:solidFill>
                <a:latin typeface="Calibri"/>
                <a:ea typeface="Calibri"/>
              </a:rPr>
              <a:t>success is a word-</a:t>
            </a:r>
            <a:r>
              <a:rPr b="0" lang="en-US" sz="1050" spc="-1" strike="noStrike">
                <a:solidFill>
                  <a:srgbClr val="8fa3bf"/>
                </a:solidFill>
                <a:latin typeface="Calibri"/>
                <a:ea typeface="Calibri"/>
              </a:rPr>
              <a:t>of-mouth event. </a:t>
            </a:r>
            <a:r>
              <a:rPr b="0" lang="en-US" sz="1050" spc="-1" strike="noStrike">
                <a:solidFill>
                  <a:srgbClr val="8fa3bf"/>
                </a:solidFill>
                <a:latin typeface="Calibri"/>
                <a:ea typeface="Calibri"/>
              </a:rPr>
              <a:t>This is a flywheel </a:t>
            </a:r>
            <a:r>
              <a:rPr b="0" lang="en-US" sz="1050" spc="-1" strike="noStrike">
                <a:solidFill>
                  <a:srgbClr val="8fa3bf"/>
                </a:solidFill>
                <a:latin typeface="Calibri"/>
                <a:ea typeface="Calibri"/>
              </a:rPr>
              <a:t>— each user </a:t>
            </a:r>
            <a:r>
              <a:rPr b="0" lang="en-US" sz="1050" spc="-1" strike="noStrike">
                <a:solidFill>
                  <a:srgbClr val="8fa3bf"/>
                </a:solidFill>
                <a:latin typeface="Calibri"/>
                <a:ea typeface="Calibri"/>
              </a:rPr>
              <a:t>makes the </a:t>
            </a:r>
            <a:r>
              <a:rPr b="0" lang="en-US" sz="1050" spc="-1" strike="noStrike">
                <a:solidFill>
                  <a:srgbClr val="8fa3bf"/>
                </a:solidFill>
                <a:latin typeface="Calibri"/>
                <a:ea typeface="Calibri"/>
              </a:rPr>
              <a:t>platform more </a:t>
            </a:r>
            <a:r>
              <a:rPr b="0" lang="en-US" sz="1050" spc="-1" strike="noStrike">
                <a:solidFill>
                  <a:srgbClr val="8fa3bf"/>
                </a:solidFill>
                <a:latin typeface="Calibri"/>
                <a:ea typeface="Calibri"/>
              </a:rPr>
              <a:t>valuable for every </a:t>
            </a:r>
            <a:r>
              <a:rPr b="0" lang="en-US" sz="1050" spc="-1" strike="noStrike">
                <a:solidFill>
                  <a:srgbClr val="8fa3bf"/>
                </a:solidFill>
                <a:latin typeface="Calibri"/>
                <a:ea typeface="Calibri"/>
              </a:rPr>
              <a:t>other user.</a:t>
            </a:r>
            <a:endParaRPr b="0" lang="en-GB" sz="1050" spc="-1" strike="noStrike">
              <a:solidFill>
                <a:srgbClr val="ffffff"/>
              </a:solidFill>
              <a:latin typeface="Arial"/>
            </a:endParaRPr>
          </a:p>
        </p:txBody>
      </p:sp>
      <p:sp>
        <p:nvSpPr>
          <p:cNvPr id="126" name="Shape 16"/>
          <p:cNvSpPr/>
          <p:nvPr/>
        </p:nvSpPr>
        <p:spPr>
          <a:xfrm>
            <a:off x="4727520" y="1155240"/>
            <a:ext cx="4114440" cy="54360"/>
          </a:xfrm>
          <a:prstGeom prst="rect">
            <a:avLst/>
          </a:prstGeom>
          <a:solidFill>
            <a:srgbClr val="2dd4ae"/>
          </a:solidFill>
          <a:ln w="12700">
            <a:solidFill>
              <a:srgbClr val="2dd4ae"/>
            </a:solidFill>
            <a:round/>
          </a:ln>
        </p:spPr>
        <p:style>
          <a:lnRef idx="0"/>
          <a:fillRef idx="0"/>
          <a:effectRef idx="0"/>
          <a:fontRef idx="minor"/>
        </p:style>
        <p:txBody>
          <a:bodyPr lIns="90000" rIns="90000" tIns="9720" bIns="9720" anchor="t">
            <a:noAutofit/>
          </a:bodyPr>
          <a:p>
            <a:endParaRPr b="0" lang="en-GB" sz="1800" spc="-1" strike="noStrike">
              <a:solidFill>
                <a:srgbClr val="000000"/>
              </a:solidFill>
              <a:latin typeface="Arial"/>
            </a:endParaRPr>
          </a:p>
        </p:txBody>
      </p:sp>
      <p:pic>
        <p:nvPicPr>
          <p:cNvPr id="127" name="Image 3" descr="preencoded.png"/>
          <p:cNvPicPr/>
          <p:nvPr/>
        </p:nvPicPr>
        <p:blipFill>
          <a:blip r:embed="rId4"/>
          <a:stretch/>
        </p:blipFill>
        <p:spPr>
          <a:xfrm>
            <a:off x="4864680" y="1338120"/>
            <a:ext cx="411120" cy="411120"/>
          </a:xfrm>
          <a:prstGeom prst="rect">
            <a:avLst/>
          </a:prstGeom>
          <a:ln w="0">
            <a:noFill/>
          </a:ln>
        </p:spPr>
      </p:pic>
      <p:sp>
        <p:nvSpPr>
          <p:cNvPr id="128" name="Text 17"/>
          <p:cNvSpPr/>
          <p:nvPr/>
        </p:nvSpPr>
        <p:spPr>
          <a:xfrm>
            <a:off x="5367600" y="1319760"/>
            <a:ext cx="3337200" cy="383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ffffff"/>
                </a:solidFill>
                <a:latin typeface="Calibri"/>
                <a:ea typeface="Calibri"/>
              </a:rPr>
              <a:t>First-Mover Advantage</a:t>
            </a:r>
            <a:endParaRPr b="0" lang="en-GB" sz="1300" spc="-1" strike="noStrike">
              <a:solidFill>
                <a:srgbClr val="ffffff"/>
              </a:solidFill>
              <a:latin typeface="Arial"/>
            </a:endParaRPr>
          </a:p>
        </p:txBody>
      </p:sp>
      <p:sp>
        <p:nvSpPr>
          <p:cNvPr id="129" name="Text 18"/>
          <p:cNvSpPr/>
          <p:nvPr/>
        </p:nvSpPr>
        <p:spPr>
          <a:xfrm>
            <a:off x="4864680" y="1841040"/>
            <a:ext cx="3840120" cy="10054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50" spc="-1" strike="noStrike">
                <a:solidFill>
                  <a:srgbClr val="8fa3bf"/>
                </a:solidFill>
                <a:latin typeface="Calibri"/>
                <a:ea typeface="Calibri"/>
              </a:rPr>
              <a:t>There is </a:t>
            </a:r>
            <a:r>
              <a:rPr b="1" lang="en-US" sz="1050" spc="-1" strike="noStrike">
                <a:solidFill>
                  <a:srgbClr val="8fa3bf"/>
                </a:solidFill>
                <a:latin typeface="Calibri"/>
                <a:ea typeface="Calibri"/>
              </a:rPr>
              <a:t>no competitor in the world</a:t>
            </a:r>
            <a:r>
              <a:rPr b="0" lang="en-US" sz="1050" spc="-1" strike="noStrike">
                <a:solidFill>
                  <a:srgbClr val="8fa3bf"/>
                </a:solidFill>
                <a:latin typeface="Calibri"/>
                <a:ea typeface="Calibri"/>
              </a:rPr>
              <a:t> doing this. C2PA requires new hardware. Copyright Office registration takes months. The window to become the default infrastructure for creator IP protection in India is open right now — and closing fast.</a:t>
            </a:r>
            <a:endParaRPr b="0" lang="en-GB" sz="105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a1628"/>
        </a:solidFill>
      </p:bgPr>
    </p:bg>
    <p:spTree>
      <p:nvGrpSpPr>
        <p:cNvPr id="1" name=""/>
        <p:cNvGrpSpPr/>
        <p:nvPr/>
      </p:nvGrpSpPr>
      <p:grpSpPr>
        <a:xfrm>
          <a:off x="0" y="0"/>
          <a:ext cx="0" cy="0"/>
          <a:chOff x="0" y="0"/>
          <a:chExt cx="0" cy="0"/>
        </a:xfrm>
      </p:grpSpPr>
      <p:sp>
        <p:nvSpPr>
          <p:cNvPr id="130" name="Shape 0"/>
          <p:cNvSpPr/>
          <p:nvPr/>
        </p:nvSpPr>
        <p:spPr>
          <a:xfrm>
            <a:off x="0" y="0"/>
            <a:ext cx="9143640" cy="54360"/>
          </a:xfrm>
          <a:prstGeom prst="rect">
            <a:avLst/>
          </a:prstGeom>
          <a:solidFill>
            <a:srgbClr val="c9a84c"/>
          </a:solidFill>
          <a:ln w="12700">
            <a:solidFill>
              <a:srgbClr val="c9a84c"/>
            </a:solidFill>
            <a:round/>
          </a:ln>
        </p:spPr>
        <p:style>
          <a:lnRef idx="0"/>
          <a:fillRef idx="0"/>
          <a:effectRef idx="0"/>
          <a:fontRef idx="minor"/>
        </p:style>
        <p:txBody>
          <a:bodyPr lIns="90000" rIns="90000" tIns="9720" bIns="9720" anchor="t">
            <a:noAutofit/>
          </a:bodyPr>
          <a:p>
            <a:endParaRPr b="0" lang="en-GB" sz="1800" spc="-1" strike="noStrike">
              <a:solidFill>
                <a:srgbClr val="000000"/>
              </a:solidFill>
              <a:latin typeface="Arial"/>
            </a:endParaRPr>
          </a:p>
        </p:txBody>
      </p:sp>
      <p:sp>
        <p:nvSpPr>
          <p:cNvPr id="131" name="Text 1"/>
          <p:cNvSpPr/>
          <p:nvPr/>
        </p:nvSpPr>
        <p:spPr>
          <a:xfrm>
            <a:off x="457200" y="182880"/>
            <a:ext cx="822924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00" spc="398" strike="noStrike">
                <a:solidFill>
                  <a:srgbClr val="c9a84c"/>
                </a:solidFill>
                <a:latin typeface="Calibri"/>
                <a:ea typeface="Calibri"/>
              </a:rPr>
              <a:t>LEGAL COMPLIANCE</a:t>
            </a:r>
            <a:endParaRPr b="0" lang="en-GB" sz="1000" spc="-1" strike="noStrike">
              <a:solidFill>
                <a:srgbClr val="ffffff"/>
              </a:solidFill>
              <a:latin typeface="Arial"/>
            </a:endParaRPr>
          </a:p>
        </p:txBody>
      </p:sp>
      <p:sp>
        <p:nvSpPr>
          <p:cNvPr id="132" name="Text 2"/>
          <p:cNvSpPr/>
          <p:nvPr/>
        </p:nvSpPr>
        <p:spPr>
          <a:xfrm>
            <a:off x="457200" y="567000"/>
            <a:ext cx="8229240" cy="4752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400" spc="-1" strike="noStrike">
                <a:solidFill>
                  <a:srgbClr val="ffffff"/>
                </a:solidFill>
                <a:latin typeface="Georgia"/>
                <a:ea typeface="Georgia"/>
              </a:rPr>
              <a:t>Built for Indian courts from the ground up.</a:t>
            </a:r>
            <a:endParaRPr b="0" lang="en-GB" sz="2400" spc="-1" strike="noStrike">
              <a:solidFill>
                <a:srgbClr val="ffffff"/>
              </a:solidFill>
              <a:latin typeface="Arial"/>
            </a:endParaRPr>
          </a:p>
        </p:txBody>
      </p:sp>
      <p:sp>
        <p:nvSpPr>
          <p:cNvPr id="133" name="Shape 3"/>
          <p:cNvSpPr/>
          <p:nvPr/>
        </p:nvSpPr>
        <p:spPr>
          <a:xfrm>
            <a:off x="365760" y="1188720"/>
            <a:ext cx="8412120" cy="840960"/>
          </a:xfrm>
          <a:prstGeom prst="rect">
            <a:avLst/>
          </a:prstGeom>
          <a:solidFill>
            <a:srgbClr val="132035"/>
          </a:solidFill>
          <a:ln w="12700">
            <a:solidFill>
              <a:srgbClr val="162b52"/>
            </a:solidFill>
            <a:round/>
          </a:ln>
          <a:effectLst>
            <a:outerShdw algn="bl" blurRad="127080" dir="8100000" dist="50402" kx="0" ky="0" rotWithShape="0" sx="100000" sy="100000">
              <a:srgbClr val="000000">
                <a:alpha val="25000"/>
              </a:srgbClr>
            </a:outerShdw>
          </a:effectLst>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34" name="Shape 4"/>
          <p:cNvSpPr/>
          <p:nvPr/>
        </p:nvSpPr>
        <p:spPr>
          <a:xfrm>
            <a:off x="365760" y="1188720"/>
            <a:ext cx="63720" cy="840960"/>
          </a:xfrm>
          <a:prstGeom prst="rect">
            <a:avLst/>
          </a:prstGeom>
          <a:solidFill>
            <a:srgbClr val="2dd4ae"/>
          </a:solidFill>
          <a:ln w="12700">
            <a:solidFill>
              <a:srgbClr val="2dd4ae"/>
            </a:solidFill>
            <a:round/>
          </a:ln>
        </p:spPr>
        <p:style>
          <a:lnRef idx="0"/>
          <a:fillRef idx="0"/>
          <a:effectRef idx="0"/>
          <a:fontRef idx="minor"/>
        </p:style>
        <p:txBody>
          <a:bodyPr lIns="90000" rIns="90000" tIns="45000" bIns="45000" anchor="t">
            <a:noAutofit/>
          </a:bodyPr>
          <a:p>
            <a:endParaRPr b="0" lang="en-GB" sz="1800" spc="-1" strike="noStrike">
              <a:solidFill>
                <a:srgbClr val="000000"/>
              </a:solidFill>
              <a:latin typeface="Arial"/>
            </a:endParaRPr>
          </a:p>
        </p:txBody>
      </p:sp>
      <p:sp>
        <p:nvSpPr>
          <p:cNvPr id="135" name="Text 5"/>
          <p:cNvSpPr/>
          <p:nvPr/>
        </p:nvSpPr>
        <p:spPr>
          <a:xfrm>
            <a:off x="548640" y="1243440"/>
            <a:ext cx="201132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2dd4ae"/>
                </a:solidFill>
                <a:latin typeface="Calibri"/>
                <a:ea typeface="Calibri"/>
              </a:rPr>
              <a:t>BSA 2023, Section 63</a:t>
            </a:r>
            <a:endParaRPr b="1" lang="en-GB" sz="1300" spc="-1" strike="noStrike">
              <a:solidFill>
                <a:srgbClr val="ffffff"/>
              </a:solidFill>
              <a:latin typeface="Arial"/>
            </a:endParaRPr>
          </a:p>
        </p:txBody>
      </p:sp>
      <p:sp>
        <p:nvSpPr>
          <p:cNvPr id="136" name="Text 6"/>
          <p:cNvSpPr/>
          <p:nvPr/>
        </p:nvSpPr>
        <p:spPr>
          <a:xfrm>
            <a:off x="548640" y="1508760"/>
            <a:ext cx="2011320" cy="411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ffffff"/>
                </a:solidFill>
                <a:latin typeface="Calibri"/>
                <a:ea typeface="Calibri"/>
              </a:rPr>
              <a:t>System Certificate</a:t>
            </a:r>
            <a:endParaRPr b="0" lang="en-GB" sz="1300" spc="-1" strike="noStrike">
              <a:solidFill>
                <a:srgbClr val="ffffff"/>
              </a:solidFill>
              <a:latin typeface="Arial"/>
            </a:endParaRPr>
          </a:p>
        </p:txBody>
      </p:sp>
      <p:sp>
        <p:nvSpPr>
          <p:cNvPr id="137" name="Shape 7"/>
          <p:cNvSpPr/>
          <p:nvPr/>
        </p:nvSpPr>
        <p:spPr>
          <a:xfrm>
            <a:off x="2651760" y="1280160"/>
            <a:ext cx="360" cy="658080"/>
          </a:xfrm>
          <a:prstGeom prst="line">
            <a:avLst/>
          </a:prstGeom>
          <a:ln w="12700">
            <a:solidFill>
              <a:srgbClr val="162b52"/>
            </a:solidFill>
            <a:round/>
          </a:ln>
        </p:spPr>
        <p:style>
          <a:lnRef idx="0"/>
          <a:fillRef idx="0"/>
          <a:effectRef idx="0"/>
          <a:fontRef idx="minor"/>
        </p:style>
        <p:txBody>
          <a:bodyPr lIns="90000" rIns="90000" tIns="45000" bIns="45000" anchor="t" anchorCtr="1">
            <a:noAutofit/>
          </a:bodyPr>
          <a:p>
            <a:endParaRPr b="0" lang="en-GB" sz="1800" spc="-1" strike="noStrike">
              <a:solidFill>
                <a:srgbClr val="ffffff"/>
              </a:solidFill>
              <a:latin typeface="Arial"/>
            </a:endParaRPr>
          </a:p>
        </p:txBody>
      </p:sp>
      <p:sp>
        <p:nvSpPr>
          <p:cNvPr id="138" name="Text 8"/>
          <p:cNvSpPr/>
          <p:nvPr/>
        </p:nvSpPr>
        <p:spPr>
          <a:xfrm>
            <a:off x="2788920" y="1280160"/>
            <a:ext cx="5851800" cy="6580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00" spc="-1" strike="noStrike">
                <a:solidFill>
                  <a:srgbClr val="8fa3bf"/>
                </a:solidFill>
                <a:latin typeface="Calibri"/>
                <a:ea typeface="Calibri"/>
              </a:rPr>
              <a:t>Automatically generated certificate satisfying the admissibility requirement for electronic records under the Bharatiya Sakshya Adhiniyam — the law that governs every Indian court today.</a:t>
            </a:r>
            <a:endParaRPr b="0" lang="en-GB" sz="1100" spc="-1" strike="noStrike">
              <a:solidFill>
                <a:srgbClr val="ffffff"/>
              </a:solidFill>
              <a:latin typeface="Arial"/>
            </a:endParaRPr>
          </a:p>
        </p:txBody>
      </p:sp>
      <p:sp>
        <p:nvSpPr>
          <p:cNvPr id="139" name="Shape 9"/>
          <p:cNvSpPr/>
          <p:nvPr/>
        </p:nvSpPr>
        <p:spPr>
          <a:xfrm>
            <a:off x="365760" y="2121480"/>
            <a:ext cx="8412120" cy="840960"/>
          </a:xfrm>
          <a:prstGeom prst="rect">
            <a:avLst/>
          </a:prstGeom>
          <a:solidFill>
            <a:srgbClr val="132035"/>
          </a:solidFill>
          <a:ln w="12700">
            <a:solidFill>
              <a:srgbClr val="162b52"/>
            </a:solidFill>
            <a:round/>
          </a:ln>
          <a:effectLst>
            <a:outerShdw algn="bl" blurRad="127080" dir="8100000" dist="50402" kx="0" ky="0" rotWithShape="0" sx="100000" sy="100000">
              <a:srgbClr val="000000">
                <a:alpha val="25000"/>
              </a:srgbClr>
            </a:outerShdw>
          </a:effectLst>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40" name="Shape 10"/>
          <p:cNvSpPr/>
          <p:nvPr/>
        </p:nvSpPr>
        <p:spPr>
          <a:xfrm>
            <a:off x="365760" y="2121480"/>
            <a:ext cx="63720" cy="840960"/>
          </a:xfrm>
          <a:prstGeom prst="rect">
            <a:avLst/>
          </a:prstGeom>
          <a:solidFill>
            <a:srgbClr val="e8c96a"/>
          </a:solidFill>
          <a:ln w="12700">
            <a:solidFill>
              <a:srgbClr val="e8c96a"/>
            </a:solidFill>
            <a:round/>
          </a:ln>
        </p:spPr>
        <p:style>
          <a:lnRef idx="0"/>
          <a:fillRef idx="0"/>
          <a:effectRef idx="0"/>
          <a:fontRef idx="minor"/>
        </p:style>
        <p:txBody>
          <a:bodyPr lIns="90000" rIns="90000" tIns="45000" bIns="45000" anchor="t">
            <a:noAutofit/>
          </a:bodyPr>
          <a:p>
            <a:endParaRPr b="0" lang="en-GB" sz="1800" spc="-1" strike="noStrike">
              <a:solidFill>
                <a:srgbClr val="000000"/>
              </a:solidFill>
              <a:latin typeface="Arial"/>
            </a:endParaRPr>
          </a:p>
        </p:txBody>
      </p:sp>
      <p:sp>
        <p:nvSpPr>
          <p:cNvPr id="141" name="Text 11"/>
          <p:cNvSpPr/>
          <p:nvPr/>
        </p:nvSpPr>
        <p:spPr>
          <a:xfrm>
            <a:off x="548640" y="2176200"/>
            <a:ext cx="201132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e8c96a"/>
                </a:solidFill>
                <a:latin typeface="Calibri"/>
                <a:ea typeface="Calibri"/>
              </a:rPr>
              <a:t>RFC 3161 (International)</a:t>
            </a:r>
            <a:endParaRPr b="0" lang="en-GB" sz="1300" spc="-1" strike="noStrike">
              <a:solidFill>
                <a:srgbClr val="ffffff"/>
              </a:solidFill>
              <a:latin typeface="Arial"/>
            </a:endParaRPr>
          </a:p>
        </p:txBody>
      </p:sp>
      <p:sp>
        <p:nvSpPr>
          <p:cNvPr id="142" name="Text 12"/>
          <p:cNvSpPr/>
          <p:nvPr/>
        </p:nvSpPr>
        <p:spPr>
          <a:xfrm>
            <a:off x="548640" y="2441520"/>
            <a:ext cx="2011320" cy="411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ffffff"/>
                </a:solidFill>
                <a:latin typeface="Calibri"/>
                <a:ea typeface="Calibri"/>
              </a:rPr>
              <a:t>Independent Timestamp</a:t>
            </a:r>
            <a:endParaRPr b="0" lang="en-GB" sz="1300" spc="-1" strike="noStrike">
              <a:solidFill>
                <a:srgbClr val="ffffff"/>
              </a:solidFill>
              <a:latin typeface="Arial"/>
            </a:endParaRPr>
          </a:p>
        </p:txBody>
      </p:sp>
      <p:sp>
        <p:nvSpPr>
          <p:cNvPr id="143" name="Shape 13"/>
          <p:cNvSpPr/>
          <p:nvPr/>
        </p:nvSpPr>
        <p:spPr>
          <a:xfrm>
            <a:off x="2651760" y="2212560"/>
            <a:ext cx="360" cy="658440"/>
          </a:xfrm>
          <a:prstGeom prst="line">
            <a:avLst/>
          </a:prstGeom>
          <a:ln w="12700">
            <a:solidFill>
              <a:srgbClr val="162b52"/>
            </a:solidFill>
            <a:round/>
          </a:ln>
        </p:spPr>
        <p:style>
          <a:lnRef idx="0"/>
          <a:fillRef idx="0"/>
          <a:effectRef idx="0"/>
          <a:fontRef idx="minor"/>
        </p:style>
        <p:txBody>
          <a:bodyPr lIns="90000" rIns="90000" tIns="45000" bIns="45000" anchor="t" anchorCtr="1">
            <a:noAutofit/>
          </a:bodyPr>
          <a:p>
            <a:endParaRPr b="0" lang="en-GB" sz="1800" spc="-1" strike="noStrike">
              <a:solidFill>
                <a:srgbClr val="ffffff"/>
              </a:solidFill>
              <a:latin typeface="Arial"/>
            </a:endParaRPr>
          </a:p>
        </p:txBody>
      </p:sp>
      <p:sp>
        <p:nvSpPr>
          <p:cNvPr id="144" name="Text 14"/>
          <p:cNvSpPr/>
          <p:nvPr/>
        </p:nvSpPr>
        <p:spPr>
          <a:xfrm>
            <a:off x="2788920" y="2212920"/>
            <a:ext cx="5851800" cy="6580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00" spc="-1" strike="noStrike">
                <a:solidFill>
                  <a:srgbClr val="8fa3bf"/>
                </a:solidFill>
                <a:latin typeface="Calibri"/>
                <a:ea typeface="Calibri"/>
              </a:rPr>
              <a:t>Certified by a third-party Timestamping Authority entirely outside ProofStamp's control. Proves the file existed at a specific moment. Cannot be altered, backdated, or disputed without defeating an international cryptographic standard.</a:t>
            </a:r>
            <a:endParaRPr b="0" lang="en-GB" sz="1100" spc="-1" strike="noStrike">
              <a:solidFill>
                <a:srgbClr val="ffffff"/>
              </a:solidFill>
              <a:latin typeface="Arial"/>
            </a:endParaRPr>
          </a:p>
        </p:txBody>
      </p:sp>
      <p:sp>
        <p:nvSpPr>
          <p:cNvPr id="145" name="Shape 15"/>
          <p:cNvSpPr/>
          <p:nvPr/>
        </p:nvSpPr>
        <p:spPr>
          <a:xfrm>
            <a:off x="365760" y="3054240"/>
            <a:ext cx="8412120" cy="840960"/>
          </a:xfrm>
          <a:prstGeom prst="rect">
            <a:avLst/>
          </a:prstGeom>
          <a:solidFill>
            <a:srgbClr val="132035"/>
          </a:solidFill>
          <a:ln w="12700">
            <a:solidFill>
              <a:srgbClr val="162b52"/>
            </a:solidFill>
            <a:round/>
          </a:ln>
          <a:effectLst>
            <a:outerShdw algn="bl" blurRad="127080" dir="8100000" dist="50402" kx="0" ky="0" rotWithShape="0" sx="100000" sy="100000">
              <a:srgbClr val="000000">
                <a:alpha val="25000"/>
              </a:srgbClr>
            </a:outerShdw>
          </a:effectLst>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46" name="Shape 16"/>
          <p:cNvSpPr/>
          <p:nvPr/>
        </p:nvSpPr>
        <p:spPr>
          <a:xfrm>
            <a:off x="365760" y="3054240"/>
            <a:ext cx="63720" cy="840960"/>
          </a:xfrm>
          <a:prstGeom prst="rect">
            <a:avLst/>
          </a:prstGeom>
          <a:solidFill>
            <a:srgbClr val="2dd4ae"/>
          </a:solidFill>
          <a:ln w="12700">
            <a:solidFill>
              <a:srgbClr val="2dd4ae"/>
            </a:solidFill>
            <a:round/>
          </a:ln>
        </p:spPr>
        <p:style>
          <a:lnRef idx="0"/>
          <a:fillRef idx="0"/>
          <a:effectRef idx="0"/>
          <a:fontRef idx="minor"/>
        </p:style>
        <p:txBody>
          <a:bodyPr lIns="90000" rIns="90000" tIns="45000" bIns="45000" anchor="t">
            <a:noAutofit/>
          </a:bodyPr>
          <a:p>
            <a:endParaRPr b="0" lang="en-GB" sz="1800" spc="-1" strike="noStrike">
              <a:solidFill>
                <a:srgbClr val="000000"/>
              </a:solidFill>
              <a:latin typeface="Arial"/>
            </a:endParaRPr>
          </a:p>
        </p:txBody>
      </p:sp>
      <p:sp>
        <p:nvSpPr>
          <p:cNvPr id="147" name="Text 17"/>
          <p:cNvSpPr/>
          <p:nvPr/>
        </p:nvSpPr>
        <p:spPr>
          <a:xfrm>
            <a:off x="548640" y="3108960"/>
            <a:ext cx="201132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2dd4ae"/>
                </a:solidFill>
                <a:latin typeface="Calibri"/>
                <a:ea typeface="Calibri"/>
              </a:rPr>
              <a:t>RSA-2048 Cryptography</a:t>
            </a:r>
            <a:endParaRPr b="0" lang="en-GB" sz="1300" spc="-1" strike="noStrike">
              <a:solidFill>
                <a:srgbClr val="ffffff"/>
              </a:solidFill>
              <a:latin typeface="Arial"/>
            </a:endParaRPr>
          </a:p>
        </p:txBody>
      </p:sp>
      <p:sp>
        <p:nvSpPr>
          <p:cNvPr id="148" name="Text 18"/>
          <p:cNvSpPr/>
          <p:nvPr/>
        </p:nvSpPr>
        <p:spPr>
          <a:xfrm>
            <a:off x="548640" y="3374280"/>
            <a:ext cx="2011320" cy="411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ffffff"/>
                </a:solidFill>
                <a:latin typeface="Calibri"/>
                <a:ea typeface="Calibri"/>
              </a:rPr>
              <a:t>Identity Binding</a:t>
            </a:r>
            <a:endParaRPr b="0" lang="en-GB" sz="1300" spc="-1" strike="noStrike">
              <a:solidFill>
                <a:srgbClr val="ffffff"/>
              </a:solidFill>
              <a:latin typeface="Arial"/>
            </a:endParaRPr>
          </a:p>
        </p:txBody>
      </p:sp>
      <p:sp>
        <p:nvSpPr>
          <p:cNvPr id="149" name="Shape 19"/>
          <p:cNvSpPr/>
          <p:nvPr/>
        </p:nvSpPr>
        <p:spPr>
          <a:xfrm>
            <a:off x="2651760" y="3145320"/>
            <a:ext cx="360" cy="658440"/>
          </a:xfrm>
          <a:prstGeom prst="line">
            <a:avLst/>
          </a:prstGeom>
          <a:ln w="12700">
            <a:solidFill>
              <a:srgbClr val="162b52"/>
            </a:solidFill>
            <a:round/>
          </a:ln>
        </p:spPr>
        <p:style>
          <a:lnRef idx="0"/>
          <a:fillRef idx="0"/>
          <a:effectRef idx="0"/>
          <a:fontRef idx="minor"/>
        </p:style>
        <p:txBody>
          <a:bodyPr lIns="90000" rIns="90000" tIns="45000" bIns="45000" anchor="t" anchorCtr="1">
            <a:noAutofit/>
          </a:bodyPr>
          <a:p>
            <a:endParaRPr b="0" lang="en-GB" sz="1800" spc="-1" strike="noStrike">
              <a:solidFill>
                <a:srgbClr val="ffffff"/>
              </a:solidFill>
              <a:latin typeface="Arial"/>
            </a:endParaRPr>
          </a:p>
        </p:txBody>
      </p:sp>
      <p:sp>
        <p:nvSpPr>
          <p:cNvPr id="150" name="Text 20"/>
          <p:cNvSpPr/>
          <p:nvPr/>
        </p:nvSpPr>
        <p:spPr>
          <a:xfrm>
            <a:off x="2788920" y="3145680"/>
            <a:ext cx="5851800" cy="6580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00" spc="-1" strike="noStrike">
                <a:solidFill>
                  <a:srgbClr val="8fa3bf"/>
                </a:solidFill>
                <a:latin typeface="Calibri"/>
                <a:ea typeface="Calibri"/>
              </a:rPr>
              <a:t>Every stamp is signed with the creator's private key, creating a mathematically verifiable link between the file and the creator's identity. The same key signs both the file and the creator's formal declaration.</a:t>
            </a:r>
            <a:endParaRPr b="0" lang="en-GB" sz="1100" spc="-1" strike="noStrike">
              <a:solidFill>
                <a:srgbClr val="ffffff"/>
              </a:solidFill>
              <a:latin typeface="Arial"/>
            </a:endParaRPr>
          </a:p>
        </p:txBody>
      </p:sp>
      <p:sp>
        <p:nvSpPr>
          <p:cNvPr id="151" name="Shape 21"/>
          <p:cNvSpPr/>
          <p:nvPr/>
        </p:nvSpPr>
        <p:spPr>
          <a:xfrm>
            <a:off x="365760" y="3986640"/>
            <a:ext cx="8412120" cy="840960"/>
          </a:xfrm>
          <a:prstGeom prst="rect">
            <a:avLst/>
          </a:prstGeom>
          <a:solidFill>
            <a:srgbClr val="132035"/>
          </a:solidFill>
          <a:ln w="12700">
            <a:solidFill>
              <a:srgbClr val="162b52"/>
            </a:solidFill>
            <a:round/>
          </a:ln>
          <a:effectLst>
            <a:outerShdw algn="bl" blurRad="127080" dir="8100000" dist="50402" kx="0" ky="0" rotWithShape="0" sx="100000" sy="100000">
              <a:srgbClr val="000000">
                <a:alpha val="25000"/>
              </a:srgbClr>
            </a:outerShdw>
          </a:effectLst>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52" name="Shape 22"/>
          <p:cNvSpPr/>
          <p:nvPr/>
        </p:nvSpPr>
        <p:spPr>
          <a:xfrm>
            <a:off x="365760" y="3986640"/>
            <a:ext cx="63720" cy="840960"/>
          </a:xfrm>
          <a:prstGeom prst="rect">
            <a:avLst/>
          </a:prstGeom>
          <a:solidFill>
            <a:srgbClr val="e8c96a"/>
          </a:solidFill>
          <a:ln w="12700">
            <a:solidFill>
              <a:srgbClr val="e8c96a"/>
            </a:solidFill>
            <a:round/>
          </a:ln>
        </p:spPr>
        <p:style>
          <a:lnRef idx="0"/>
          <a:fillRef idx="0"/>
          <a:effectRef idx="0"/>
          <a:fontRef idx="minor"/>
        </p:style>
        <p:txBody>
          <a:bodyPr lIns="90000" rIns="90000" tIns="45000" bIns="45000" anchor="t">
            <a:noAutofit/>
          </a:bodyPr>
          <a:p>
            <a:endParaRPr b="0" lang="en-GB" sz="1800" spc="-1" strike="noStrike">
              <a:solidFill>
                <a:srgbClr val="000000"/>
              </a:solidFill>
              <a:latin typeface="Arial"/>
            </a:endParaRPr>
          </a:p>
        </p:txBody>
      </p:sp>
      <p:sp>
        <p:nvSpPr>
          <p:cNvPr id="153" name="Text 23"/>
          <p:cNvSpPr/>
          <p:nvPr/>
        </p:nvSpPr>
        <p:spPr>
          <a:xfrm>
            <a:off x="548640" y="4113720"/>
            <a:ext cx="210312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e8c96a"/>
                </a:solidFill>
                <a:latin typeface="Calibri"/>
                <a:ea typeface="Calibri"/>
              </a:rPr>
              <a:t>IT (Intermediary Guidelines) 2021</a:t>
            </a:r>
            <a:endParaRPr b="0" lang="en-GB" sz="1300" spc="-1" strike="noStrike">
              <a:solidFill>
                <a:srgbClr val="ffffff"/>
              </a:solidFill>
              <a:latin typeface="Arial"/>
            </a:endParaRPr>
          </a:p>
        </p:txBody>
      </p:sp>
      <p:sp>
        <p:nvSpPr>
          <p:cNvPr id="154" name="Text 24"/>
          <p:cNvSpPr/>
          <p:nvPr/>
        </p:nvSpPr>
        <p:spPr>
          <a:xfrm>
            <a:off x="548640" y="4378680"/>
            <a:ext cx="2011320" cy="411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ffffff"/>
                </a:solidFill>
                <a:latin typeface="Calibri"/>
                <a:ea typeface="Calibri"/>
              </a:rPr>
              <a:t>Takedown Engine</a:t>
            </a:r>
            <a:endParaRPr b="0" lang="en-GB" sz="1300" spc="-1" strike="noStrike">
              <a:solidFill>
                <a:srgbClr val="ffffff"/>
              </a:solidFill>
              <a:latin typeface="Arial"/>
            </a:endParaRPr>
          </a:p>
        </p:txBody>
      </p:sp>
      <p:sp>
        <p:nvSpPr>
          <p:cNvPr id="155" name="Shape 25"/>
          <p:cNvSpPr/>
          <p:nvPr/>
        </p:nvSpPr>
        <p:spPr>
          <a:xfrm>
            <a:off x="2651760" y="4078080"/>
            <a:ext cx="360" cy="658440"/>
          </a:xfrm>
          <a:prstGeom prst="line">
            <a:avLst/>
          </a:prstGeom>
          <a:ln w="12700">
            <a:solidFill>
              <a:srgbClr val="162b52"/>
            </a:solidFill>
            <a:round/>
          </a:ln>
        </p:spPr>
        <p:style>
          <a:lnRef idx="0"/>
          <a:fillRef idx="0"/>
          <a:effectRef idx="0"/>
          <a:fontRef idx="minor"/>
        </p:style>
        <p:txBody>
          <a:bodyPr lIns="90000" rIns="90000" tIns="45000" bIns="45000" anchor="t" anchorCtr="1">
            <a:noAutofit/>
          </a:bodyPr>
          <a:p>
            <a:endParaRPr b="0" lang="en-GB" sz="1800" spc="-1" strike="noStrike">
              <a:solidFill>
                <a:srgbClr val="ffffff"/>
              </a:solidFill>
              <a:latin typeface="Arial"/>
            </a:endParaRPr>
          </a:p>
        </p:txBody>
      </p:sp>
      <p:sp>
        <p:nvSpPr>
          <p:cNvPr id="156" name="Text 26"/>
          <p:cNvSpPr/>
          <p:nvPr/>
        </p:nvSpPr>
        <p:spPr>
          <a:xfrm>
            <a:off x="2788920" y="4078080"/>
            <a:ext cx="5851800" cy="6580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00" spc="-1" strike="noStrike">
                <a:solidFill>
                  <a:srgbClr val="8fa3bf"/>
                </a:solidFill>
                <a:latin typeface="Calibri"/>
                <a:ea typeface="Calibri"/>
              </a:rPr>
              <a:t>ProofStamp generates forensic comparison reports formatted for Rule 3(2)(b) grievance notices, enforcing the mandatory 24-hour takedown obligation on social media platforms.</a:t>
            </a:r>
            <a:endParaRPr b="0" lang="en-GB" sz="11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a1628"/>
        </a:solidFill>
      </p:bgPr>
    </p:bg>
    <p:spTree>
      <p:nvGrpSpPr>
        <p:cNvPr id="1" name=""/>
        <p:cNvGrpSpPr/>
        <p:nvPr/>
      </p:nvGrpSpPr>
      <p:grpSpPr>
        <a:xfrm>
          <a:off x="0" y="0"/>
          <a:ext cx="0" cy="0"/>
          <a:chOff x="0" y="0"/>
          <a:chExt cx="0" cy="0"/>
        </a:xfrm>
      </p:grpSpPr>
      <p:sp>
        <p:nvSpPr>
          <p:cNvPr id="157" name="Shape 0"/>
          <p:cNvSpPr/>
          <p:nvPr/>
        </p:nvSpPr>
        <p:spPr>
          <a:xfrm>
            <a:off x="0" y="0"/>
            <a:ext cx="9143640" cy="54360"/>
          </a:xfrm>
          <a:prstGeom prst="rect">
            <a:avLst/>
          </a:prstGeom>
          <a:solidFill>
            <a:srgbClr val="c9a84c"/>
          </a:solidFill>
          <a:ln w="12700">
            <a:solidFill>
              <a:srgbClr val="c9a84c"/>
            </a:solidFill>
            <a:round/>
          </a:ln>
        </p:spPr>
        <p:style>
          <a:lnRef idx="0"/>
          <a:fillRef idx="0"/>
          <a:effectRef idx="0"/>
          <a:fontRef idx="minor"/>
        </p:style>
        <p:txBody>
          <a:bodyPr lIns="90000" rIns="90000" tIns="9720" bIns="9720" anchor="t">
            <a:noAutofit/>
          </a:bodyPr>
          <a:p>
            <a:endParaRPr b="0" lang="en-GB" sz="1800" spc="-1" strike="noStrike">
              <a:solidFill>
                <a:srgbClr val="000000"/>
              </a:solidFill>
              <a:latin typeface="Arial"/>
            </a:endParaRPr>
          </a:p>
        </p:txBody>
      </p:sp>
      <p:sp>
        <p:nvSpPr>
          <p:cNvPr id="158" name="Text 1"/>
          <p:cNvSpPr/>
          <p:nvPr/>
        </p:nvSpPr>
        <p:spPr>
          <a:xfrm>
            <a:off x="457200" y="182880"/>
            <a:ext cx="822924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00" spc="398" strike="noStrike">
                <a:solidFill>
                  <a:srgbClr val="c9a84c"/>
                </a:solidFill>
                <a:latin typeface="Calibri"/>
                <a:ea typeface="Calibri"/>
              </a:rPr>
              <a:t>WHY PROOFSTAMP </a:t>
            </a:r>
            <a:r>
              <a:rPr b="1" lang="en-US" sz="1000" spc="398" strike="noStrike">
                <a:solidFill>
                  <a:srgbClr val="c9a84c"/>
                </a:solidFill>
                <a:latin typeface="Calibri"/>
                <a:ea typeface="Calibri"/>
              </a:rPr>
              <a:t>WINS</a:t>
            </a:r>
            <a:endParaRPr b="0" lang="en-GB" sz="1000" spc="-1" strike="noStrike">
              <a:solidFill>
                <a:srgbClr val="ffffff"/>
              </a:solidFill>
              <a:latin typeface="Arial"/>
            </a:endParaRPr>
          </a:p>
        </p:txBody>
      </p:sp>
      <p:sp>
        <p:nvSpPr>
          <p:cNvPr id="159" name="Text 2"/>
          <p:cNvSpPr/>
          <p:nvPr/>
        </p:nvSpPr>
        <p:spPr>
          <a:xfrm>
            <a:off x="457200" y="567000"/>
            <a:ext cx="8229240" cy="411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200" spc="-1" strike="noStrike">
                <a:solidFill>
                  <a:srgbClr val="ffffff"/>
                </a:solidFill>
                <a:latin typeface="Georgia"/>
                <a:ea typeface="Georgia"/>
              </a:rPr>
              <a:t>Nothing else </a:t>
            </a:r>
            <a:r>
              <a:rPr b="1" lang="en-US" sz="2200" spc="-1" strike="noStrike">
                <a:solidFill>
                  <a:srgbClr val="ffffff"/>
                </a:solidFill>
                <a:latin typeface="Georgia"/>
                <a:ea typeface="Georgia"/>
              </a:rPr>
              <a:t>does what </a:t>
            </a:r>
            <a:r>
              <a:rPr b="1" lang="en-US" sz="2200" spc="-1" strike="noStrike">
                <a:solidFill>
                  <a:srgbClr val="ffffff"/>
                </a:solidFill>
                <a:latin typeface="Georgia"/>
                <a:ea typeface="Georgia"/>
              </a:rPr>
              <a:t>we do.</a:t>
            </a:r>
            <a:endParaRPr b="0" lang="en-GB" sz="2200" spc="-1" strike="noStrike">
              <a:solidFill>
                <a:srgbClr val="ffffff"/>
              </a:solidFill>
              <a:latin typeface="Arial"/>
            </a:endParaRPr>
          </a:p>
        </p:txBody>
      </p:sp>
      <p:sp>
        <p:nvSpPr>
          <p:cNvPr id="160" name="Shape 3"/>
          <p:cNvSpPr/>
          <p:nvPr/>
        </p:nvSpPr>
        <p:spPr>
          <a:xfrm>
            <a:off x="274320" y="1051560"/>
            <a:ext cx="2559960" cy="456840"/>
          </a:xfrm>
          <a:prstGeom prst="rect">
            <a:avLst/>
          </a:prstGeom>
          <a:solidFill>
            <a:srgbClr val="162b52"/>
          </a:solidFill>
          <a:ln w="6350">
            <a:solidFill>
              <a:srgbClr val="162b52"/>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61" name="Text 4"/>
          <p:cNvSpPr/>
          <p:nvPr/>
        </p:nvSpPr>
        <p:spPr>
          <a:xfrm>
            <a:off x="320040" y="1051560"/>
            <a:ext cx="2468520" cy="456840"/>
          </a:xfrm>
          <a:prstGeom prst="rect">
            <a:avLst/>
          </a:prstGeom>
          <a:noFill/>
          <a:ln w="0">
            <a:noFill/>
          </a:ln>
        </p:spPr>
        <p:style>
          <a:lnRef idx="0"/>
          <a:fillRef idx="0"/>
          <a:effectRef idx="0"/>
          <a:fontRef idx="minor"/>
        </p:style>
        <p:txBody>
          <a:bodyPr lIns="0" rIns="0" tIns="0" bIns="0" anchor="ctr">
            <a:noAutofit/>
          </a:bodyPr>
          <a:p>
            <a:endParaRPr b="0" lang="en-US" sz="1000" spc="-1" strike="noStrike">
              <a:solidFill>
                <a:schemeClr val="dk1"/>
              </a:solidFill>
              <a:latin typeface="Calibri"/>
            </a:endParaRPr>
          </a:p>
        </p:txBody>
      </p:sp>
      <p:sp>
        <p:nvSpPr>
          <p:cNvPr id="162" name="Shape 5"/>
          <p:cNvSpPr/>
          <p:nvPr/>
        </p:nvSpPr>
        <p:spPr>
          <a:xfrm>
            <a:off x="2926080" y="1051560"/>
            <a:ext cx="1096920" cy="456840"/>
          </a:xfrm>
          <a:prstGeom prst="rect">
            <a:avLst/>
          </a:prstGeom>
          <a:solidFill>
            <a:srgbClr val="c9a84c"/>
          </a:solidFill>
          <a:ln w="6350">
            <a:solidFill>
              <a:srgbClr val="162b52"/>
            </a:solidFill>
            <a:round/>
          </a:ln>
        </p:spPr>
        <p:style>
          <a:lnRef idx="0"/>
          <a:fillRef idx="0"/>
          <a:effectRef idx="0"/>
          <a:fontRef idx="minor"/>
        </p:style>
        <p:txBody>
          <a:bodyPr lIns="90000" rIns="90000" tIns="45000" bIns="45000" anchor="t">
            <a:noAutofit/>
          </a:bodyPr>
          <a:p>
            <a:endParaRPr b="0" lang="en-GB" sz="1800" spc="-1" strike="noStrike">
              <a:solidFill>
                <a:srgbClr val="000000"/>
              </a:solidFill>
              <a:latin typeface="Arial"/>
            </a:endParaRPr>
          </a:p>
        </p:txBody>
      </p:sp>
      <p:sp>
        <p:nvSpPr>
          <p:cNvPr id="163" name="Text 6"/>
          <p:cNvSpPr/>
          <p:nvPr/>
        </p:nvSpPr>
        <p:spPr>
          <a:xfrm>
            <a:off x="2971800" y="1051560"/>
            <a:ext cx="1005480" cy="4568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pc="-1" strike="noStrike">
                <a:solidFill>
                  <a:srgbClr val="0a1628"/>
                </a:solidFill>
                <a:latin typeface="Calibri"/>
                <a:ea typeface="Calibri"/>
              </a:rPr>
              <a:t>ProofStamp</a:t>
            </a:r>
            <a:endParaRPr b="0" lang="en-GB" sz="1100" spc="-1" strike="noStrike">
              <a:solidFill>
                <a:srgbClr val="ffffff"/>
              </a:solidFill>
              <a:latin typeface="Arial"/>
            </a:endParaRPr>
          </a:p>
        </p:txBody>
      </p:sp>
      <p:sp>
        <p:nvSpPr>
          <p:cNvPr id="164" name="Shape 7"/>
          <p:cNvSpPr/>
          <p:nvPr/>
        </p:nvSpPr>
        <p:spPr>
          <a:xfrm>
            <a:off x="4114800" y="1051560"/>
            <a:ext cx="914040" cy="456840"/>
          </a:xfrm>
          <a:prstGeom prst="rect">
            <a:avLst/>
          </a:prstGeom>
          <a:solidFill>
            <a:srgbClr val="162b52"/>
          </a:solidFill>
          <a:ln w="6350">
            <a:solidFill>
              <a:srgbClr val="162b52"/>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65" name="Text 8"/>
          <p:cNvSpPr/>
          <p:nvPr/>
        </p:nvSpPr>
        <p:spPr>
          <a:xfrm>
            <a:off x="4160520" y="1051560"/>
            <a:ext cx="822600" cy="4568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pc="-1" strike="noStrike">
                <a:solidFill>
                  <a:srgbClr val="ffffff"/>
                </a:solidFill>
                <a:latin typeface="Calibri"/>
                <a:ea typeface="Calibri"/>
              </a:rPr>
              <a:t>C2PA</a:t>
            </a:r>
            <a:endParaRPr b="0" lang="en-GB" sz="1100" spc="-1" strike="noStrike">
              <a:solidFill>
                <a:srgbClr val="ffffff"/>
              </a:solidFill>
              <a:latin typeface="Arial"/>
            </a:endParaRPr>
          </a:p>
        </p:txBody>
      </p:sp>
      <p:sp>
        <p:nvSpPr>
          <p:cNvPr id="166" name="Shape 9"/>
          <p:cNvSpPr/>
          <p:nvPr/>
        </p:nvSpPr>
        <p:spPr>
          <a:xfrm>
            <a:off x="5074920" y="1051560"/>
            <a:ext cx="1096920" cy="456840"/>
          </a:xfrm>
          <a:prstGeom prst="rect">
            <a:avLst/>
          </a:prstGeom>
          <a:solidFill>
            <a:srgbClr val="162b52"/>
          </a:solidFill>
          <a:ln w="6350">
            <a:solidFill>
              <a:srgbClr val="162b52"/>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67" name="Text 10"/>
          <p:cNvSpPr/>
          <p:nvPr/>
        </p:nvSpPr>
        <p:spPr>
          <a:xfrm>
            <a:off x="5120640" y="1051560"/>
            <a:ext cx="1005480" cy="4568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pc="-1" strike="noStrike">
                <a:solidFill>
                  <a:srgbClr val="ffffff"/>
                </a:solidFill>
                <a:latin typeface="Calibri"/>
                <a:ea typeface="Calibri"/>
              </a:rPr>
              <a:t>Copyright</a:t>
            </a:r>
            <a:endParaRPr b="0" lang="en-GB" sz="1100" spc="-1" strike="noStrike">
              <a:solidFill>
                <a:srgbClr val="ffffff"/>
              </a:solidFill>
              <a:latin typeface="Arial"/>
            </a:endParaRPr>
          </a:p>
          <a:p>
            <a:pPr algn="ctr" defTabSz="914400">
              <a:lnSpc>
                <a:spcPct val="100000"/>
              </a:lnSpc>
              <a:tabLst>
                <a:tab algn="l" pos="0"/>
              </a:tabLst>
            </a:pPr>
            <a:r>
              <a:rPr b="1" lang="en-US" sz="1100" spc="-1" strike="noStrike">
                <a:solidFill>
                  <a:srgbClr val="ffffff"/>
                </a:solidFill>
                <a:latin typeface="Calibri"/>
                <a:ea typeface="Calibri"/>
              </a:rPr>
              <a:t>Office</a:t>
            </a:r>
            <a:endParaRPr b="0" lang="en-GB" sz="1100" spc="-1" strike="noStrike">
              <a:solidFill>
                <a:srgbClr val="ffffff"/>
              </a:solidFill>
              <a:latin typeface="Arial"/>
            </a:endParaRPr>
          </a:p>
        </p:txBody>
      </p:sp>
      <p:sp>
        <p:nvSpPr>
          <p:cNvPr id="168" name="Shape 11"/>
          <p:cNvSpPr/>
          <p:nvPr/>
        </p:nvSpPr>
        <p:spPr>
          <a:xfrm>
            <a:off x="6217920" y="1051560"/>
            <a:ext cx="1096920" cy="456840"/>
          </a:xfrm>
          <a:prstGeom prst="rect">
            <a:avLst/>
          </a:prstGeom>
          <a:solidFill>
            <a:srgbClr val="162b52"/>
          </a:solidFill>
          <a:ln w="6350">
            <a:solidFill>
              <a:srgbClr val="162b52"/>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69" name="Text 12"/>
          <p:cNvSpPr/>
          <p:nvPr/>
        </p:nvSpPr>
        <p:spPr>
          <a:xfrm>
            <a:off x="6263640" y="1051560"/>
            <a:ext cx="1005480" cy="4568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pc="-1" strike="noStrike">
                <a:solidFill>
                  <a:srgbClr val="ffffff"/>
                </a:solidFill>
                <a:latin typeface="Calibri"/>
                <a:ea typeface="Calibri"/>
              </a:rPr>
              <a:t>Email</a:t>
            </a:r>
            <a:endParaRPr b="0" lang="en-GB" sz="1100" spc="-1" strike="noStrike">
              <a:solidFill>
                <a:srgbClr val="ffffff"/>
              </a:solidFill>
              <a:latin typeface="Arial"/>
            </a:endParaRPr>
          </a:p>
          <a:p>
            <a:pPr algn="ctr" defTabSz="914400">
              <a:lnSpc>
                <a:spcPct val="100000"/>
              </a:lnSpc>
              <a:tabLst>
                <a:tab algn="l" pos="0"/>
              </a:tabLst>
            </a:pPr>
            <a:r>
              <a:rPr b="1" lang="en-US" sz="1100" spc="-1" strike="noStrike">
                <a:solidFill>
                  <a:srgbClr val="ffffff"/>
                </a:solidFill>
                <a:latin typeface="Calibri"/>
                <a:ea typeface="Calibri"/>
              </a:rPr>
              <a:t>Yourself</a:t>
            </a:r>
            <a:endParaRPr b="0" lang="en-GB" sz="1100" spc="-1" strike="noStrike">
              <a:solidFill>
                <a:srgbClr val="ffffff"/>
              </a:solidFill>
              <a:latin typeface="Arial"/>
            </a:endParaRPr>
          </a:p>
        </p:txBody>
      </p:sp>
      <p:sp>
        <p:nvSpPr>
          <p:cNvPr id="170" name="Shape 13"/>
          <p:cNvSpPr/>
          <p:nvPr/>
        </p:nvSpPr>
        <p:spPr>
          <a:xfrm>
            <a:off x="7315200" y="1051560"/>
            <a:ext cx="1096920" cy="456840"/>
          </a:xfrm>
          <a:prstGeom prst="rect">
            <a:avLst/>
          </a:prstGeom>
          <a:solidFill>
            <a:srgbClr val="162b52"/>
          </a:solidFill>
          <a:ln w="6350">
            <a:solidFill>
              <a:srgbClr val="162b52"/>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71" name="Text 14"/>
          <p:cNvSpPr/>
          <p:nvPr/>
        </p:nvSpPr>
        <p:spPr>
          <a:xfrm>
            <a:off x="7360920" y="1051560"/>
            <a:ext cx="1005480" cy="4568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pc="-1" strike="noStrike">
                <a:solidFill>
                  <a:srgbClr val="ffffff"/>
                </a:solidFill>
                <a:latin typeface="Calibri"/>
                <a:ea typeface="Calibri"/>
              </a:rPr>
              <a:t>Screenshots</a:t>
            </a:r>
            <a:endParaRPr b="0" lang="en-GB" sz="1100" spc="-1" strike="noStrike">
              <a:solidFill>
                <a:srgbClr val="ffffff"/>
              </a:solidFill>
              <a:latin typeface="Arial"/>
            </a:endParaRPr>
          </a:p>
        </p:txBody>
      </p:sp>
      <p:sp>
        <p:nvSpPr>
          <p:cNvPr id="172" name="Shape 15"/>
          <p:cNvSpPr/>
          <p:nvPr/>
        </p:nvSpPr>
        <p:spPr>
          <a:xfrm>
            <a:off x="274320" y="1536120"/>
            <a:ext cx="2559960" cy="347040"/>
          </a:xfrm>
          <a:prstGeom prst="rect">
            <a:avLst/>
          </a:prstGeom>
          <a:solidFill>
            <a:srgbClr val="132035"/>
          </a:solidFill>
          <a:ln w="3810">
            <a:solidFill>
              <a:srgbClr val="162b52"/>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73" name="Text 16"/>
          <p:cNvSpPr/>
          <p:nvPr/>
        </p:nvSpPr>
        <p:spPr>
          <a:xfrm>
            <a:off x="320040" y="1554480"/>
            <a:ext cx="2468520" cy="310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50" spc="-1" strike="noStrike">
                <a:solidFill>
                  <a:srgbClr val="8fa3bf"/>
                </a:solidFill>
                <a:latin typeface="Calibri"/>
                <a:ea typeface="Calibri"/>
              </a:rPr>
              <a:t>Works on existing </a:t>
            </a:r>
            <a:r>
              <a:rPr b="0" lang="en-US" sz="1050" spc="-1" strike="noStrike">
                <a:solidFill>
                  <a:srgbClr val="8fa3bf"/>
                </a:solidFill>
                <a:latin typeface="Calibri"/>
                <a:ea typeface="Calibri"/>
              </a:rPr>
              <a:t>files</a:t>
            </a:r>
            <a:endParaRPr b="0" lang="en-GB" sz="1050" spc="-1" strike="noStrike">
              <a:solidFill>
                <a:srgbClr val="ffffff"/>
              </a:solidFill>
              <a:latin typeface="Arial"/>
            </a:endParaRPr>
          </a:p>
        </p:txBody>
      </p:sp>
      <p:sp>
        <p:nvSpPr>
          <p:cNvPr id="174" name="Shape 17"/>
          <p:cNvSpPr/>
          <p:nvPr/>
        </p:nvSpPr>
        <p:spPr>
          <a:xfrm>
            <a:off x="2926080" y="1536120"/>
            <a:ext cx="1096920" cy="347040"/>
          </a:xfrm>
          <a:prstGeom prst="rect">
            <a:avLst/>
          </a:prstGeom>
          <a:solidFill>
            <a:srgbClr val="152848"/>
          </a:solidFill>
          <a:ln w="3810">
            <a:solidFill>
              <a:srgbClr val="162b52"/>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75" name="Text 18"/>
          <p:cNvSpPr/>
          <p:nvPr/>
        </p:nvSpPr>
        <p:spPr>
          <a:xfrm>
            <a:off x="2971800" y="1554480"/>
            <a:ext cx="1005480" cy="310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2dd4ae"/>
                </a:solidFill>
                <a:latin typeface="Calibri"/>
                <a:ea typeface="Calibri"/>
              </a:rPr>
              <a:t>✓</a:t>
            </a:r>
            <a:endParaRPr b="0" lang="en-GB" sz="1400" spc="-1" strike="noStrike">
              <a:solidFill>
                <a:srgbClr val="ffffff"/>
              </a:solidFill>
              <a:latin typeface="Arial"/>
            </a:endParaRPr>
          </a:p>
        </p:txBody>
      </p:sp>
      <p:sp>
        <p:nvSpPr>
          <p:cNvPr id="176" name="Shape 19"/>
          <p:cNvSpPr/>
          <p:nvPr/>
        </p:nvSpPr>
        <p:spPr>
          <a:xfrm>
            <a:off x="4114800" y="1536120"/>
            <a:ext cx="914040" cy="347040"/>
          </a:xfrm>
          <a:prstGeom prst="rect">
            <a:avLst/>
          </a:prstGeom>
          <a:solidFill>
            <a:srgbClr val="132035"/>
          </a:solidFill>
          <a:ln w="3810">
            <a:solidFill>
              <a:srgbClr val="162b52"/>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77" name="Text 20"/>
          <p:cNvSpPr/>
          <p:nvPr/>
        </p:nvSpPr>
        <p:spPr>
          <a:xfrm>
            <a:off x="4160520" y="1554480"/>
            <a:ext cx="822600" cy="310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e05555"/>
                </a:solidFill>
                <a:latin typeface="Calibri"/>
                <a:ea typeface="Calibri"/>
              </a:rPr>
              <a:t>✗</a:t>
            </a:r>
            <a:endParaRPr b="0" lang="en-GB" sz="1400" spc="-1" strike="noStrike">
              <a:solidFill>
                <a:srgbClr val="ffffff"/>
              </a:solidFill>
              <a:latin typeface="Arial"/>
            </a:endParaRPr>
          </a:p>
        </p:txBody>
      </p:sp>
      <p:sp>
        <p:nvSpPr>
          <p:cNvPr id="178" name="Shape 21"/>
          <p:cNvSpPr/>
          <p:nvPr/>
        </p:nvSpPr>
        <p:spPr>
          <a:xfrm>
            <a:off x="5074920" y="1536120"/>
            <a:ext cx="1096920" cy="347040"/>
          </a:xfrm>
          <a:prstGeom prst="rect">
            <a:avLst/>
          </a:prstGeom>
          <a:solidFill>
            <a:srgbClr val="132035"/>
          </a:solidFill>
          <a:ln w="3810">
            <a:solidFill>
              <a:srgbClr val="162b52"/>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79" name="Text 22"/>
          <p:cNvSpPr/>
          <p:nvPr/>
        </p:nvSpPr>
        <p:spPr>
          <a:xfrm>
            <a:off x="5120640" y="1554480"/>
            <a:ext cx="1005480" cy="310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2dd4ae"/>
                </a:solidFill>
                <a:latin typeface="Calibri"/>
                <a:ea typeface="Calibri"/>
              </a:rPr>
              <a:t>✓</a:t>
            </a:r>
            <a:endParaRPr b="0" lang="en-GB" sz="1400" spc="-1" strike="noStrike">
              <a:solidFill>
                <a:srgbClr val="ffffff"/>
              </a:solidFill>
              <a:latin typeface="Arial"/>
            </a:endParaRPr>
          </a:p>
        </p:txBody>
      </p:sp>
      <p:sp>
        <p:nvSpPr>
          <p:cNvPr id="180" name="Shape 23"/>
          <p:cNvSpPr/>
          <p:nvPr/>
        </p:nvSpPr>
        <p:spPr>
          <a:xfrm>
            <a:off x="6217920" y="1536120"/>
            <a:ext cx="1096920" cy="347040"/>
          </a:xfrm>
          <a:prstGeom prst="rect">
            <a:avLst/>
          </a:prstGeom>
          <a:solidFill>
            <a:srgbClr val="132035"/>
          </a:solidFill>
          <a:ln w="3810">
            <a:solidFill>
              <a:srgbClr val="162b52"/>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81" name="Text 24"/>
          <p:cNvSpPr/>
          <p:nvPr/>
        </p:nvSpPr>
        <p:spPr>
          <a:xfrm>
            <a:off x="6263640" y="1554480"/>
            <a:ext cx="1005480" cy="310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2dd4ae"/>
                </a:solidFill>
                <a:latin typeface="Calibri"/>
                <a:ea typeface="Calibri"/>
              </a:rPr>
              <a:t>✓</a:t>
            </a:r>
            <a:endParaRPr b="0" lang="en-GB" sz="1400" spc="-1" strike="noStrike">
              <a:solidFill>
                <a:srgbClr val="ffffff"/>
              </a:solidFill>
              <a:latin typeface="Arial"/>
            </a:endParaRPr>
          </a:p>
        </p:txBody>
      </p:sp>
      <p:sp>
        <p:nvSpPr>
          <p:cNvPr id="182" name="Shape 25"/>
          <p:cNvSpPr/>
          <p:nvPr/>
        </p:nvSpPr>
        <p:spPr>
          <a:xfrm>
            <a:off x="7315200" y="1536120"/>
            <a:ext cx="1096920" cy="347040"/>
          </a:xfrm>
          <a:prstGeom prst="rect">
            <a:avLst/>
          </a:prstGeom>
          <a:solidFill>
            <a:srgbClr val="132035"/>
          </a:solidFill>
          <a:ln w="3810">
            <a:solidFill>
              <a:srgbClr val="162b52"/>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83" name="Text 26"/>
          <p:cNvSpPr/>
          <p:nvPr/>
        </p:nvSpPr>
        <p:spPr>
          <a:xfrm>
            <a:off x="7360920" y="1554480"/>
            <a:ext cx="1005480" cy="310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2dd4ae"/>
                </a:solidFill>
                <a:latin typeface="Calibri"/>
                <a:ea typeface="Calibri"/>
              </a:rPr>
              <a:t>✓</a:t>
            </a:r>
            <a:endParaRPr b="0" lang="en-GB" sz="1400" spc="-1" strike="noStrike">
              <a:solidFill>
                <a:srgbClr val="ffffff"/>
              </a:solidFill>
              <a:latin typeface="Arial"/>
            </a:endParaRPr>
          </a:p>
        </p:txBody>
      </p:sp>
      <p:sp>
        <p:nvSpPr>
          <p:cNvPr id="184" name="Shape 27"/>
          <p:cNvSpPr/>
          <p:nvPr/>
        </p:nvSpPr>
        <p:spPr>
          <a:xfrm>
            <a:off x="274320" y="1901880"/>
            <a:ext cx="2559960" cy="347040"/>
          </a:xfrm>
          <a:prstGeom prst="rect">
            <a:avLst/>
          </a:prstGeom>
          <a:solidFill>
            <a:srgbClr val="0a1628"/>
          </a:solidFill>
          <a:ln w="3810">
            <a:solidFill>
              <a:srgbClr val="162b52"/>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85" name="Text 28"/>
          <p:cNvSpPr/>
          <p:nvPr/>
        </p:nvSpPr>
        <p:spPr>
          <a:xfrm>
            <a:off x="320040" y="1920240"/>
            <a:ext cx="2468520" cy="310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50" spc="-1" strike="noStrike">
                <a:solidFill>
                  <a:srgbClr val="8fa3bf"/>
                </a:solidFill>
                <a:latin typeface="Calibri"/>
                <a:ea typeface="Calibri"/>
              </a:rPr>
              <a:t>Instant — no waiting</a:t>
            </a:r>
            <a:endParaRPr b="0" lang="en-GB" sz="1050" spc="-1" strike="noStrike">
              <a:solidFill>
                <a:srgbClr val="ffffff"/>
              </a:solidFill>
              <a:latin typeface="Arial"/>
            </a:endParaRPr>
          </a:p>
        </p:txBody>
      </p:sp>
      <p:sp>
        <p:nvSpPr>
          <p:cNvPr id="186" name="Shape 29"/>
          <p:cNvSpPr/>
          <p:nvPr/>
        </p:nvSpPr>
        <p:spPr>
          <a:xfrm>
            <a:off x="2926080" y="1901880"/>
            <a:ext cx="1096920" cy="347040"/>
          </a:xfrm>
          <a:prstGeom prst="rect">
            <a:avLst/>
          </a:prstGeom>
          <a:solidFill>
            <a:srgbClr val="152848"/>
          </a:solidFill>
          <a:ln w="3810">
            <a:solidFill>
              <a:srgbClr val="162b52"/>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87" name="Text 30"/>
          <p:cNvSpPr/>
          <p:nvPr/>
        </p:nvSpPr>
        <p:spPr>
          <a:xfrm>
            <a:off x="2971800" y="1920240"/>
            <a:ext cx="1005480" cy="310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2dd4ae"/>
                </a:solidFill>
                <a:latin typeface="Calibri"/>
                <a:ea typeface="Calibri"/>
              </a:rPr>
              <a:t>✓</a:t>
            </a:r>
            <a:endParaRPr b="0" lang="en-GB" sz="1400" spc="-1" strike="noStrike">
              <a:solidFill>
                <a:srgbClr val="ffffff"/>
              </a:solidFill>
              <a:latin typeface="Arial"/>
            </a:endParaRPr>
          </a:p>
        </p:txBody>
      </p:sp>
      <p:sp>
        <p:nvSpPr>
          <p:cNvPr id="188" name="Shape 31"/>
          <p:cNvSpPr/>
          <p:nvPr/>
        </p:nvSpPr>
        <p:spPr>
          <a:xfrm>
            <a:off x="4114800" y="1901880"/>
            <a:ext cx="914040" cy="347040"/>
          </a:xfrm>
          <a:prstGeom prst="rect">
            <a:avLst/>
          </a:prstGeom>
          <a:solidFill>
            <a:srgbClr val="0a1628"/>
          </a:solidFill>
          <a:ln w="3810">
            <a:solidFill>
              <a:srgbClr val="162b52"/>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89" name="Text 32"/>
          <p:cNvSpPr/>
          <p:nvPr/>
        </p:nvSpPr>
        <p:spPr>
          <a:xfrm>
            <a:off x="4160520" y="1920240"/>
            <a:ext cx="822600" cy="310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2dd4ae"/>
                </a:solidFill>
                <a:latin typeface="Calibri"/>
                <a:ea typeface="Calibri"/>
              </a:rPr>
              <a:t>✓</a:t>
            </a:r>
            <a:endParaRPr b="0" lang="en-GB" sz="1400" spc="-1" strike="noStrike">
              <a:solidFill>
                <a:srgbClr val="ffffff"/>
              </a:solidFill>
              <a:latin typeface="Arial"/>
            </a:endParaRPr>
          </a:p>
        </p:txBody>
      </p:sp>
      <p:sp>
        <p:nvSpPr>
          <p:cNvPr id="190" name="Shape 33"/>
          <p:cNvSpPr/>
          <p:nvPr/>
        </p:nvSpPr>
        <p:spPr>
          <a:xfrm>
            <a:off x="5074920" y="1901880"/>
            <a:ext cx="1096920" cy="347040"/>
          </a:xfrm>
          <a:prstGeom prst="rect">
            <a:avLst/>
          </a:prstGeom>
          <a:solidFill>
            <a:srgbClr val="0a1628"/>
          </a:solidFill>
          <a:ln w="3810">
            <a:solidFill>
              <a:srgbClr val="162b52"/>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91" name="Text 34"/>
          <p:cNvSpPr/>
          <p:nvPr/>
        </p:nvSpPr>
        <p:spPr>
          <a:xfrm>
            <a:off x="5120640" y="1920240"/>
            <a:ext cx="1005480" cy="310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e05555"/>
                </a:solidFill>
                <a:latin typeface="Calibri"/>
                <a:ea typeface="Calibri"/>
              </a:rPr>
              <a:t>✗</a:t>
            </a:r>
            <a:endParaRPr b="0" lang="en-GB" sz="1400" spc="-1" strike="noStrike">
              <a:solidFill>
                <a:srgbClr val="ffffff"/>
              </a:solidFill>
              <a:latin typeface="Arial"/>
            </a:endParaRPr>
          </a:p>
        </p:txBody>
      </p:sp>
      <p:sp>
        <p:nvSpPr>
          <p:cNvPr id="192" name="Shape 35"/>
          <p:cNvSpPr/>
          <p:nvPr/>
        </p:nvSpPr>
        <p:spPr>
          <a:xfrm>
            <a:off x="6217920" y="1901880"/>
            <a:ext cx="1096920" cy="347040"/>
          </a:xfrm>
          <a:prstGeom prst="rect">
            <a:avLst/>
          </a:prstGeom>
          <a:solidFill>
            <a:srgbClr val="0a1628"/>
          </a:solidFill>
          <a:ln w="3810">
            <a:solidFill>
              <a:srgbClr val="162b52"/>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93" name="Text 36"/>
          <p:cNvSpPr/>
          <p:nvPr/>
        </p:nvSpPr>
        <p:spPr>
          <a:xfrm>
            <a:off x="6263640" y="1920240"/>
            <a:ext cx="1005480" cy="310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2dd4ae"/>
                </a:solidFill>
                <a:latin typeface="Calibri"/>
                <a:ea typeface="Calibri"/>
              </a:rPr>
              <a:t>✓</a:t>
            </a:r>
            <a:endParaRPr b="0" lang="en-GB" sz="1400" spc="-1" strike="noStrike">
              <a:solidFill>
                <a:srgbClr val="ffffff"/>
              </a:solidFill>
              <a:latin typeface="Arial"/>
            </a:endParaRPr>
          </a:p>
        </p:txBody>
      </p:sp>
      <p:sp>
        <p:nvSpPr>
          <p:cNvPr id="194" name="Shape 37"/>
          <p:cNvSpPr/>
          <p:nvPr/>
        </p:nvSpPr>
        <p:spPr>
          <a:xfrm>
            <a:off x="7315200" y="1901880"/>
            <a:ext cx="1096920" cy="347040"/>
          </a:xfrm>
          <a:prstGeom prst="rect">
            <a:avLst/>
          </a:prstGeom>
          <a:solidFill>
            <a:srgbClr val="0a1628"/>
          </a:solidFill>
          <a:ln w="3810">
            <a:solidFill>
              <a:srgbClr val="162b52"/>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95" name="Text 38"/>
          <p:cNvSpPr/>
          <p:nvPr/>
        </p:nvSpPr>
        <p:spPr>
          <a:xfrm>
            <a:off x="7360920" y="1920240"/>
            <a:ext cx="1005480" cy="310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2dd4ae"/>
                </a:solidFill>
                <a:latin typeface="Calibri"/>
                <a:ea typeface="Calibri"/>
              </a:rPr>
              <a:t>✓</a:t>
            </a:r>
            <a:endParaRPr b="0" lang="en-GB" sz="1400" spc="-1" strike="noStrike">
              <a:solidFill>
                <a:srgbClr val="ffffff"/>
              </a:solidFill>
              <a:latin typeface="Arial"/>
            </a:endParaRPr>
          </a:p>
        </p:txBody>
      </p:sp>
      <p:sp>
        <p:nvSpPr>
          <p:cNvPr id="196" name="Shape 39"/>
          <p:cNvSpPr/>
          <p:nvPr/>
        </p:nvSpPr>
        <p:spPr>
          <a:xfrm>
            <a:off x="274320" y="2267640"/>
            <a:ext cx="2559960" cy="347040"/>
          </a:xfrm>
          <a:prstGeom prst="rect">
            <a:avLst/>
          </a:prstGeom>
          <a:solidFill>
            <a:srgbClr val="132035"/>
          </a:solidFill>
          <a:ln w="3810">
            <a:solidFill>
              <a:srgbClr val="162b52"/>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97" name="Text 40"/>
          <p:cNvSpPr/>
          <p:nvPr/>
        </p:nvSpPr>
        <p:spPr>
          <a:xfrm>
            <a:off x="320040" y="2286000"/>
            <a:ext cx="2468520" cy="310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50" spc="-1" strike="noStrike">
                <a:solidFill>
                  <a:srgbClr val="8fa3bf"/>
                </a:solidFill>
                <a:latin typeface="Calibri"/>
                <a:ea typeface="Calibri"/>
              </a:rPr>
              <a:t>Independent timestamp (RFC 3161)</a:t>
            </a:r>
            <a:endParaRPr b="0" lang="en-GB" sz="1050" spc="-1" strike="noStrike">
              <a:solidFill>
                <a:srgbClr val="ffffff"/>
              </a:solidFill>
              <a:latin typeface="Arial"/>
            </a:endParaRPr>
          </a:p>
        </p:txBody>
      </p:sp>
      <p:sp>
        <p:nvSpPr>
          <p:cNvPr id="198" name="Shape 41"/>
          <p:cNvSpPr/>
          <p:nvPr/>
        </p:nvSpPr>
        <p:spPr>
          <a:xfrm>
            <a:off x="2926080" y="2267640"/>
            <a:ext cx="1096920" cy="347040"/>
          </a:xfrm>
          <a:prstGeom prst="rect">
            <a:avLst/>
          </a:prstGeom>
          <a:solidFill>
            <a:srgbClr val="152848"/>
          </a:solidFill>
          <a:ln w="3810">
            <a:solidFill>
              <a:srgbClr val="162b52"/>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99" name="Text 42"/>
          <p:cNvSpPr/>
          <p:nvPr/>
        </p:nvSpPr>
        <p:spPr>
          <a:xfrm>
            <a:off x="2971800" y="2286000"/>
            <a:ext cx="1005480" cy="310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2dd4ae"/>
                </a:solidFill>
                <a:latin typeface="Calibri"/>
                <a:ea typeface="Calibri"/>
              </a:rPr>
              <a:t>✓</a:t>
            </a:r>
            <a:endParaRPr b="0" lang="en-GB" sz="1400" spc="-1" strike="noStrike">
              <a:solidFill>
                <a:srgbClr val="ffffff"/>
              </a:solidFill>
              <a:latin typeface="Arial"/>
            </a:endParaRPr>
          </a:p>
        </p:txBody>
      </p:sp>
      <p:sp>
        <p:nvSpPr>
          <p:cNvPr id="200" name="Shape 43"/>
          <p:cNvSpPr/>
          <p:nvPr/>
        </p:nvSpPr>
        <p:spPr>
          <a:xfrm>
            <a:off x="4114800" y="2267640"/>
            <a:ext cx="914040" cy="347040"/>
          </a:xfrm>
          <a:prstGeom prst="rect">
            <a:avLst/>
          </a:prstGeom>
          <a:solidFill>
            <a:srgbClr val="132035"/>
          </a:solidFill>
          <a:ln w="3810">
            <a:solidFill>
              <a:srgbClr val="162b52"/>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201" name="Text 44"/>
          <p:cNvSpPr/>
          <p:nvPr/>
        </p:nvSpPr>
        <p:spPr>
          <a:xfrm>
            <a:off x="4160520" y="2286000"/>
            <a:ext cx="822600" cy="310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e05555"/>
                </a:solidFill>
                <a:latin typeface="Calibri"/>
                <a:ea typeface="Calibri"/>
              </a:rPr>
              <a:t>✗</a:t>
            </a:r>
            <a:endParaRPr b="0" lang="en-GB" sz="1400" spc="-1" strike="noStrike">
              <a:solidFill>
                <a:srgbClr val="ffffff"/>
              </a:solidFill>
              <a:latin typeface="Arial"/>
            </a:endParaRPr>
          </a:p>
        </p:txBody>
      </p:sp>
      <p:sp>
        <p:nvSpPr>
          <p:cNvPr id="202" name="Shape 45"/>
          <p:cNvSpPr/>
          <p:nvPr/>
        </p:nvSpPr>
        <p:spPr>
          <a:xfrm>
            <a:off x="5074920" y="2267640"/>
            <a:ext cx="1096920" cy="347040"/>
          </a:xfrm>
          <a:prstGeom prst="rect">
            <a:avLst/>
          </a:prstGeom>
          <a:solidFill>
            <a:srgbClr val="132035"/>
          </a:solidFill>
          <a:ln w="3810">
            <a:solidFill>
              <a:srgbClr val="162b52"/>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203" name="Text 46"/>
          <p:cNvSpPr/>
          <p:nvPr/>
        </p:nvSpPr>
        <p:spPr>
          <a:xfrm>
            <a:off x="5120640" y="2286000"/>
            <a:ext cx="1005480" cy="310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e05555"/>
                </a:solidFill>
                <a:latin typeface="Calibri"/>
                <a:ea typeface="Calibri"/>
              </a:rPr>
              <a:t>✗</a:t>
            </a:r>
            <a:endParaRPr b="0" lang="en-GB" sz="1400" spc="-1" strike="noStrike">
              <a:solidFill>
                <a:srgbClr val="ffffff"/>
              </a:solidFill>
              <a:latin typeface="Arial"/>
            </a:endParaRPr>
          </a:p>
        </p:txBody>
      </p:sp>
      <p:sp>
        <p:nvSpPr>
          <p:cNvPr id="204" name="Shape 47"/>
          <p:cNvSpPr/>
          <p:nvPr/>
        </p:nvSpPr>
        <p:spPr>
          <a:xfrm>
            <a:off x="6217920" y="2267640"/>
            <a:ext cx="1096920" cy="347040"/>
          </a:xfrm>
          <a:prstGeom prst="rect">
            <a:avLst/>
          </a:prstGeom>
          <a:solidFill>
            <a:srgbClr val="132035"/>
          </a:solidFill>
          <a:ln w="3810">
            <a:solidFill>
              <a:srgbClr val="162b52"/>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205" name="Text 48"/>
          <p:cNvSpPr/>
          <p:nvPr/>
        </p:nvSpPr>
        <p:spPr>
          <a:xfrm>
            <a:off x="6263640" y="2286000"/>
            <a:ext cx="1005480" cy="310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e05555"/>
                </a:solidFill>
                <a:latin typeface="Calibri"/>
                <a:ea typeface="Calibri"/>
              </a:rPr>
              <a:t>✗</a:t>
            </a:r>
            <a:endParaRPr b="0" lang="en-GB" sz="1400" spc="-1" strike="noStrike">
              <a:solidFill>
                <a:srgbClr val="ffffff"/>
              </a:solidFill>
              <a:latin typeface="Arial"/>
            </a:endParaRPr>
          </a:p>
        </p:txBody>
      </p:sp>
      <p:sp>
        <p:nvSpPr>
          <p:cNvPr id="206" name="Shape 49"/>
          <p:cNvSpPr/>
          <p:nvPr/>
        </p:nvSpPr>
        <p:spPr>
          <a:xfrm>
            <a:off x="7315200" y="2267640"/>
            <a:ext cx="1096920" cy="347040"/>
          </a:xfrm>
          <a:prstGeom prst="rect">
            <a:avLst/>
          </a:prstGeom>
          <a:solidFill>
            <a:srgbClr val="132035"/>
          </a:solidFill>
          <a:ln w="3810">
            <a:solidFill>
              <a:srgbClr val="162b52"/>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207" name="Text 50"/>
          <p:cNvSpPr/>
          <p:nvPr/>
        </p:nvSpPr>
        <p:spPr>
          <a:xfrm>
            <a:off x="7360920" y="2286000"/>
            <a:ext cx="1005480" cy="310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e05555"/>
                </a:solidFill>
                <a:latin typeface="Calibri"/>
                <a:ea typeface="Calibri"/>
              </a:rPr>
              <a:t>✗</a:t>
            </a:r>
            <a:endParaRPr b="0" lang="en-GB" sz="1400" spc="-1" strike="noStrike">
              <a:solidFill>
                <a:srgbClr val="ffffff"/>
              </a:solidFill>
              <a:latin typeface="Arial"/>
            </a:endParaRPr>
          </a:p>
        </p:txBody>
      </p:sp>
      <p:sp>
        <p:nvSpPr>
          <p:cNvPr id="208" name="Shape 51"/>
          <p:cNvSpPr/>
          <p:nvPr/>
        </p:nvSpPr>
        <p:spPr>
          <a:xfrm>
            <a:off x="274320" y="2633400"/>
            <a:ext cx="2559960" cy="347040"/>
          </a:xfrm>
          <a:prstGeom prst="rect">
            <a:avLst/>
          </a:prstGeom>
          <a:solidFill>
            <a:srgbClr val="0a1628"/>
          </a:solidFill>
          <a:ln w="3810">
            <a:solidFill>
              <a:srgbClr val="162b52"/>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209" name="Text 52"/>
          <p:cNvSpPr/>
          <p:nvPr/>
        </p:nvSpPr>
        <p:spPr>
          <a:xfrm>
            <a:off x="320040" y="2651760"/>
            <a:ext cx="2468520" cy="310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50" spc="-1" strike="noStrike">
                <a:solidFill>
                  <a:srgbClr val="8fa3bf"/>
                </a:solidFill>
                <a:latin typeface="Calibri"/>
                <a:ea typeface="Calibri"/>
              </a:rPr>
              <a:t>Survives AI replication claims</a:t>
            </a:r>
            <a:endParaRPr b="0" lang="en-GB" sz="1050" spc="-1" strike="noStrike">
              <a:solidFill>
                <a:srgbClr val="ffffff"/>
              </a:solidFill>
              <a:latin typeface="Arial"/>
            </a:endParaRPr>
          </a:p>
        </p:txBody>
      </p:sp>
      <p:sp>
        <p:nvSpPr>
          <p:cNvPr id="210" name="Shape 53"/>
          <p:cNvSpPr/>
          <p:nvPr/>
        </p:nvSpPr>
        <p:spPr>
          <a:xfrm>
            <a:off x="2926080" y="2633400"/>
            <a:ext cx="1096920" cy="347040"/>
          </a:xfrm>
          <a:prstGeom prst="rect">
            <a:avLst/>
          </a:prstGeom>
          <a:solidFill>
            <a:srgbClr val="152848"/>
          </a:solidFill>
          <a:ln w="3810">
            <a:solidFill>
              <a:srgbClr val="162b52"/>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211" name="Text 54"/>
          <p:cNvSpPr/>
          <p:nvPr/>
        </p:nvSpPr>
        <p:spPr>
          <a:xfrm>
            <a:off x="2971800" y="2651760"/>
            <a:ext cx="1005480" cy="310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2dd4ae"/>
                </a:solidFill>
                <a:latin typeface="Calibri"/>
                <a:ea typeface="Calibri"/>
              </a:rPr>
              <a:t>✓</a:t>
            </a:r>
            <a:endParaRPr b="0" lang="en-GB" sz="1400" spc="-1" strike="noStrike">
              <a:solidFill>
                <a:srgbClr val="ffffff"/>
              </a:solidFill>
              <a:latin typeface="Arial"/>
            </a:endParaRPr>
          </a:p>
        </p:txBody>
      </p:sp>
      <p:sp>
        <p:nvSpPr>
          <p:cNvPr id="212" name="Shape 55"/>
          <p:cNvSpPr/>
          <p:nvPr/>
        </p:nvSpPr>
        <p:spPr>
          <a:xfrm>
            <a:off x="4114800" y="2633400"/>
            <a:ext cx="914040" cy="347040"/>
          </a:xfrm>
          <a:prstGeom prst="rect">
            <a:avLst/>
          </a:prstGeom>
          <a:solidFill>
            <a:srgbClr val="0a1628"/>
          </a:solidFill>
          <a:ln w="3810">
            <a:solidFill>
              <a:srgbClr val="162b52"/>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213" name="Text 56"/>
          <p:cNvSpPr/>
          <p:nvPr/>
        </p:nvSpPr>
        <p:spPr>
          <a:xfrm>
            <a:off x="4160520" y="2651760"/>
            <a:ext cx="822600" cy="310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e05555"/>
                </a:solidFill>
                <a:latin typeface="Calibri"/>
                <a:ea typeface="Calibri"/>
              </a:rPr>
              <a:t>✗</a:t>
            </a:r>
            <a:endParaRPr b="0" lang="en-GB" sz="1400" spc="-1" strike="noStrike">
              <a:solidFill>
                <a:srgbClr val="ffffff"/>
              </a:solidFill>
              <a:latin typeface="Arial"/>
            </a:endParaRPr>
          </a:p>
        </p:txBody>
      </p:sp>
      <p:sp>
        <p:nvSpPr>
          <p:cNvPr id="214" name="Shape 57"/>
          <p:cNvSpPr/>
          <p:nvPr/>
        </p:nvSpPr>
        <p:spPr>
          <a:xfrm>
            <a:off x="5074920" y="2633400"/>
            <a:ext cx="1096920" cy="347040"/>
          </a:xfrm>
          <a:prstGeom prst="rect">
            <a:avLst/>
          </a:prstGeom>
          <a:solidFill>
            <a:srgbClr val="0a1628"/>
          </a:solidFill>
          <a:ln w="3810">
            <a:solidFill>
              <a:srgbClr val="162b52"/>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215" name="Text 58"/>
          <p:cNvSpPr/>
          <p:nvPr/>
        </p:nvSpPr>
        <p:spPr>
          <a:xfrm>
            <a:off x="5120640" y="2651760"/>
            <a:ext cx="1005480" cy="310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e05555"/>
                </a:solidFill>
                <a:latin typeface="Calibri"/>
                <a:ea typeface="Calibri"/>
              </a:rPr>
              <a:t>✗</a:t>
            </a:r>
            <a:endParaRPr b="0" lang="en-GB" sz="1400" spc="-1" strike="noStrike">
              <a:solidFill>
                <a:srgbClr val="ffffff"/>
              </a:solidFill>
              <a:latin typeface="Arial"/>
            </a:endParaRPr>
          </a:p>
        </p:txBody>
      </p:sp>
      <p:sp>
        <p:nvSpPr>
          <p:cNvPr id="216" name="Shape 59"/>
          <p:cNvSpPr/>
          <p:nvPr/>
        </p:nvSpPr>
        <p:spPr>
          <a:xfrm>
            <a:off x="6217920" y="2633400"/>
            <a:ext cx="1096920" cy="347040"/>
          </a:xfrm>
          <a:prstGeom prst="rect">
            <a:avLst/>
          </a:prstGeom>
          <a:solidFill>
            <a:srgbClr val="0a1628"/>
          </a:solidFill>
          <a:ln w="3810">
            <a:solidFill>
              <a:srgbClr val="162b52"/>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217" name="Text 60"/>
          <p:cNvSpPr/>
          <p:nvPr/>
        </p:nvSpPr>
        <p:spPr>
          <a:xfrm>
            <a:off x="6263640" y="2651760"/>
            <a:ext cx="1005480" cy="310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e05555"/>
                </a:solidFill>
                <a:latin typeface="Calibri"/>
                <a:ea typeface="Calibri"/>
              </a:rPr>
              <a:t>✗</a:t>
            </a:r>
            <a:endParaRPr b="0" lang="en-GB" sz="1400" spc="-1" strike="noStrike">
              <a:solidFill>
                <a:srgbClr val="ffffff"/>
              </a:solidFill>
              <a:latin typeface="Arial"/>
            </a:endParaRPr>
          </a:p>
        </p:txBody>
      </p:sp>
      <p:sp>
        <p:nvSpPr>
          <p:cNvPr id="218" name="Shape 61"/>
          <p:cNvSpPr/>
          <p:nvPr/>
        </p:nvSpPr>
        <p:spPr>
          <a:xfrm>
            <a:off x="7315200" y="2633400"/>
            <a:ext cx="1096920" cy="347040"/>
          </a:xfrm>
          <a:prstGeom prst="rect">
            <a:avLst/>
          </a:prstGeom>
          <a:solidFill>
            <a:srgbClr val="0a1628"/>
          </a:solidFill>
          <a:ln w="3810">
            <a:solidFill>
              <a:srgbClr val="162b52"/>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219" name="Text 62"/>
          <p:cNvSpPr/>
          <p:nvPr/>
        </p:nvSpPr>
        <p:spPr>
          <a:xfrm>
            <a:off x="7360920" y="2651760"/>
            <a:ext cx="1005480" cy="310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e05555"/>
                </a:solidFill>
                <a:latin typeface="Calibri"/>
                <a:ea typeface="Calibri"/>
              </a:rPr>
              <a:t>✗</a:t>
            </a:r>
            <a:endParaRPr b="0" lang="en-GB" sz="1400" spc="-1" strike="noStrike">
              <a:solidFill>
                <a:srgbClr val="ffffff"/>
              </a:solidFill>
              <a:latin typeface="Arial"/>
            </a:endParaRPr>
          </a:p>
        </p:txBody>
      </p:sp>
      <p:sp>
        <p:nvSpPr>
          <p:cNvPr id="220" name="Shape 63"/>
          <p:cNvSpPr/>
          <p:nvPr/>
        </p:nvSpPr>
        <p:spPr>
          <a:xfrm>
            <a:off x="274320" y="2999160"/>
            <a:ext cx="2559960" cy="347040"/>
          </a:xfrm>
          <a:prstGeom prst="rect">
            <a:avLst/>
          </a:prstGeom>
          <a:solidFill>
            <a:srgbClr val="132035"/>
          </a:solidFill>
          <a:ln w="3810">
            <a:solidFill>
              <a:srgbClr val="162b52"/>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221" name="Text 64"/>
          <p:cNvSpPr/>
          <p:nvPr/>
        </p:nvSpPr>
        <p:spPr>
          <a:xfrm>
            <a:off x="320040" y="3017520"/>
            <a:ext cx="2468520" cy="310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50" spc="-1" strike="noStrike">
                <a:solidFill>
                  <a:srgbClr val="8fa3bf"/>
                </a:solidFill>
                <a:latin typeface="Calibri"/>
                <a:ea typeface="Calibri"/>
              </a:rPr>
              <a:t>BSA 2023 court certificate</a:t>
            </a:r>
            <a:endParaRPr b="0" lang="en-GB" sz="1050" spc="-1" strike="noStrike">
              <a:solidFill>
                <a:srgbClr val="ffffff"/>
              </a:solidFill>
              <a:latin typeface="Arial"/>
            </a:endParaRPr>
          </a:p>
        </p:txBody>
      </p:sp>
      <p:sp>
        <p:nvSpPr>
          <p:cNvPr id="222" name="Shape 65"/>
          <p:cNvSpPr/>
          <p:nvPr/>
        </p:nvSpPr>
        <p:spPr>
          <a:xfrm>
            <a:off x="2926080" y="2999160"/>
            <a:ext cx="1096920" cy="347040"/>
          </a:xfrm>
          <a:prstGeom prst="rect">
            <a:avLst/>
          </a:prstGeom>
          <a:solidFill>
            <a:srgbClr val="152848"/>
          </a:solidFill>
          <a:ln w="3810">
            <a:solidFill>
              <a:srgbClr val="162b52"/>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223" name="Text 66"/>
          <p:cNvSpPr/>
          <p:nvPr/>
        </p:nvSpPr>
        <p:spPr>
          <a:xfrm>
            <a:off x="2971800" y="3017520"/>
            <a:ext cx="1005480" cy="310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2dd4ae"/>
                </a:solidFill>
                <a:latin typeface="Calibri"/>
                <a:ea typeface="Calibri"/>
              </a:rPr>
              <a:t>✓</a:t>
            </a:r>
            <a:endParaRPr b="0" lang="en-GB" sz="1400" spc="-1" strike="noStrike">
              <a:solidFill>
                <a:srgbClr val="ffffff"/>
              </a:solidFill>
              <a:latin typeface="Arial"/>
            </a:endParaRPr>
          </a:p>
        </p:txBody>
      </p:sp>
      <p:sp>
        <p:nvSpPr>
          <p:cNvPr id="224" name="Shape 67"/>
          <p:cNvSpPr/>
          <p:nvPr/>
        </p:nvSpPr>
        <p:spPr>
          <a:xfrm>
            <a:off x="4114800" y="2999160"/>
            <a:ext cx="914040" cy="347040"/>
          </a:xfrm>
          <a:prstGeom prst="rect">
            <a:avLst/>
          </a:prstGeom>
          <a:solidFill>
            <a:srgbClr val="132035"/>
          </a:solidFill>
          <a:ln w="3810">
            <a:solidFill>
              <a:srgbClr val="162b52"/>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225" name="Text 68"/>
          <p:cNvSpPr/>
          <p:nvPr/>
        </p:nvSpPr>
        <p:spPr>
          <a:xfrm>
            <a:off x="4160520" y="3017520"/>
            <a:ext cx="822600" cy="310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e05555"/>
                </a:solidFill>
                <a:latin typeface="Calibri"/>
                <a:ea typeface="Calibri"/>
              </a:rPr>
              <a:t>✗</a:t>
            </a:r>
            <a:endParaRPr b="0" lang="en-GB" sz="1400" spc="-1" strike="noStrike">
              <a:solidFill>
                <a:srgbClr val="ffffff"/>
              </a:solidFill>
              <a:latin typeface="Arial"/>
            </a:endParaRPr>
          </a:p>
        </p:txBody>
      </p:sp>
      <p:sp>
        <p:nvSpPr>
          <p:cNvPr id="226" name="Shape 69"/>
          <p:cNvSpPr/>
          <p:nvPr/>
        </p:nvSpPr>
        <p:spPr>
          <a:xfrm>
            <a:off x="5074920" y="2999160"/>
            <a:ext cx="1096920" cy="347040"/>
          </a:xfrm>
          <a:prstGeom prst="rect">
            <a:avLst/>
          </a:prstGeom>
          <a:solidFill>
            <a:srgbClr val="132035"/>
          </a:solidFill>
          <a:ln w="3810">
            <a:solidFill>
              <a:srgbClr val="162b52"/>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227" name="Text 70"/>
          <p:cNvSpPr/>
          <p:nvPr/>
        </p:nvSpPr>
        <p:spPr>
          <a:xfrm>
            <a:off x="5120640" y="3017520"/>
            <a:ext cx="1005480" cy="310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e05555"/>
                </a:solidFill>
                <a:latin typeface="Calibri"/>
                <a:ea typeface="Calibri"/>
              </a:rPr>
              <a:t>✗</a:t>
            </a:r>
            <a:endParaRPr b="0" lang="en-GB" sz="1400" spc="-1" strike="noStrike">
              <a:solidFill>
                <a:srgbClr val="ffffff"/>
              </a:solidFill>
              <a:latin typeface="Arial"/>
            </a:endParaRPr>
          </a:p>
        </p:txBody>
      </p:sp>
      <p:sp>
        <p:nvSpPr>
          <p:cNvPr id="228" name="Shape 71"/>
          <p:cNvSpPr/>
          <p:nvPr/>
        </p:nvSpPr>
        <p:spPr>
          <a:xfrm>
            <a:off x="6217920" y="2999160"/>
            <a:ext cx="1096920" cy="347040"/>
          </a:xfrm>
          <a:prstGeom prst="rect">
            <a:avLst/>
          </a:prstGeom>
          <a:solidFill>
            <a:srgbClr val="132035"/>
          </a:solidFill>
          <a:ln w="3810">
            <a:solidFill>
              <a:srgbClr val="162b52"/>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229" name="Text 72"/>
          <p:cNvSpPr/>
          <p:nvPr/>
        </p:nvSpPr>
        <p:spPr>
          <a:xfrm>
            <a:off x="6263640" y="3017520"/>
            <a:ext cx="1005480" cy="310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e05555"/>
                </a:solidFill>
                <a:latin typeface="Calibri"/>
                <a:ea typeface="Calibri"/>
              </a:rPr>
              <a:t>✗</a:t>
            </a:r>
            <a:endParaRPr b="0" lang="en-GB" sz="1400" spc="-1" strike="noStrike">
              <a:solidFill>
                <a:srgbClr val="ffffff"/>
              </a:solidFill>
              <a:latin typeface="Arial"/>
            </a:endParaRPr>
          </a:p>
        </p:txBody>
      </p:sp>
      <p:sp>
        <p:nvSpPr>
          <p:cNvPr id="230" name="Shape 73"/>
          <p:cNvSpPr/>
          <p:nvPr/>
        </p:nvSpPr>
        <p:spPr>
          <a:xfrm>
            <a:off x="7315200" y="2999160"/>
            <a:ext cx="1096920" cy="347040"/>
          </a:xfrm>
          <a:prstGeom prst="rect">
            <a:avLst/>
          </a:prstGeom>
          <a:solidFill>
            <a:srgbClr val="132035"/>
          </a:solidFill>
          <a:ln w="3810">
            <a:solidFill>
              <a:srgbClr val="162b52"/>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231" name="Text 74"/>
          <p:cNvSpPr/>
          <p:nvPr/>
        </p:nvSpPr>
        <p:spPr>
          <a:xfrm>
            <a:off x="7360920" y="3017520"/>
            <a:ext cx="1005480" cy="310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e05555"/>
                </a:solidFill>
                <a:latin typeface="Calibri"/>
                <a:ea typeface="Calibri"/>
              </a:rPr>
              <a:t>✗</a:t>
            </a:r>
            <a:endParaRPr b="0" lang="en-GB" sz="1400" spc="-1" strike="noStrike">
              <a:solidFill>
                <a:srgbClr val="ffffff"/>
              </a:solidFill>
              <a:latin typeface="Arial"/>
            </a:endParaRPr>
          </a:p>
        </p:txBody>
      </p:sp>
      <p:sp>
        <p:nvSpPr>
          <p:cNvPr id="232" name="Shape 75"/>
          <p:cNvSpPr/>
          <p:nvPr/>
        </p:nvSpPr>
        <p:spPr>
          <a:xfrm>
            <a:off x="274320" y="3364920"/>
            <a:ext cx="2559960" cy="347040"/>
          </a:xfrm>
          <a:prstGeom prst="rect">
            <a:avLst/>
          </a:prstGeom>
          <a:solidFill>
            <a:srgbClr val="0a1628"/>
          </a:solidFill>
          <a:ln w="3810">
            <a:solidFill>
              <a:srgbClr val="162b52"/>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233" name="Text 76"/>
          <p:cNvSpPr/>
          <p:nvPr/>
        </p:nvSpPr>
        <p:spPr>
          <a:xfrm>
            <a:off x="320040" y="3383280"/>
            <a:ext cx="2468520" cy="310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50" spc="-1" strike="noStrike">
                <a:solidFill>
                  <a:srgbClr val="8fa3bf"/>
                </a:solidFill>
                <a:latin typeface="Calibri"/>
                <a:ea typeface="Calibri"/>
              </a:rPr>
              <a:t>No hardware required</a:t>
            </a:r>
            <a:endParaRPr b="0" lang="en-GB" sz="1050" spc="-1" strike="noStrike">
              <a:solidFill>
                <a:srgbClr val="ffffff"/>
              </a:solidFill>
              <a:latin typeface="Arial"/>
            </a:endParaRPr>
          </a:p>
        </p:txBody>
      </p:sp>
      <p:sp>
        <p:nvSpPr>
          <p:cNvPr id="234" name="Shape 77"/>
          <p:cNvSpPr/>
          <p:nvPr/>
        </p:nvSpPr>
        <p:spPr>
          <a:xfrm>
            <a:off x="2926080" y="3364920"/>
            <a:ext cx="1096920" cy="347040"/>
          </a:xfrm>
          <a:prstGeom prst="rect">
            <a:avLst/>
          </a:prstGeom>
          <a:solidFill>
            <a:srgbClr val="152848"/>
          </a:solidFill>
          <a:ln w="3810">
            <a:solidFill>
              <a:srgbClr val="162b52"/>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235" name="Text 78"/>
          <p:cNvSpPr/>
          <p:nvPr/>
        </p:nvSpPr>
        <p:spPr>
          <a:xfrm>
            <a:off x="2971800" y="3383280"/>
            <a:ext cx="1005480" cy="310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2dd4ae"/>
                </a:solidFill>
                <a:latin typeface="Calibri"/>
                <a:ea typeface="Calibri"/>
              </a:rPr>
              <a:t>✓</a:t>
            </a:r>
            <a:endParaRPr b="0" lang="en-GB" sz="1400" spc="-1" strike="noStrike">
              <a:solidFill>
                <a:srgbClr val="ffffff"/>
              </a:solidFill>
              <a:latin typeface="Arial"/>
            </a:endParaRPr>
          </a:p>
        </p:txBody>
      </p:sp>
      <p:sp>
        <p:nvSpPr>
          <p:cNvPr id="236" name="Shape 79"/>
          <p:cNvSpPr/>
          <p:nvPr/>
        </p:nvSpPr>
        <p:spPr>
          <a:xfrm>
            <a:off x="4114800" y="3364920"/>
            <a:ext cx="914040" cy="347040"/>
          </a:xfrm>
          <a:prstGeom prst="rect">
            <a:avLst/>
          </a:prstGeom>
          <a:solidFill>
            <a:srgbClr val="0a1628"/>
          </a:solidFill>
          <a:ln w="3810">
            <a:solidFill>
              <a:srgbClr val="162b52"/>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237" name="Text 80"/>
          <p:cNvSpPr/>
          <p:nvPr/>
        </p:nvSpPr>
        <p:spPr>
          <a:xfrm>
            <a:off x="4160520" y="3383280"/>
            <a:ext cx="822600" cy="310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e05555"/>
                </a:solidFill>
                <a:latin typeface="Calibri"/>
                <a:ea typeface="Calibri"/>
              </a:rPr>
              <a:t>✗</a:t>
            </a:r>
            <a:endParaRPr b="0" lang="en-GB" sz="1400" spc="-1" strike="noStrike">
              <a:solidFill>
                <a:srgbClr val="ffffff"/>
              </a:solidFill>
              <a:latin typeface="Arial"/>
            </a:endParaRPr>
          </a:p>
        </p:txBody>
      </p:sp>
      <p:sp>
        <p:nvSpPr>
          <p:cNvPr id="238" name="Shape 81"/>
          <p:cNvSpPr/>
          <p:nvPr/>
        </p:nvSpPr>
        <p:spPr>
          <a:xfrm>
            <a:off x="5074920" y="3364920"/>
            <a:ext cx="1096920" cy="347040"/>
          </a:xfrm>
          <a:prstGeom prst="rect">
            <a:avLst/>
          </a:prstGeom>
          <a:solidFill>
            <a:srgbClr val="0a1628"/>
          </a:solidFill>
          <a:ln w="3810">
            <a:solidFill>
              <a:srgbClr val="162b52"/>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239" name="Text 82"/>
          <p:cNvSpPr/>
          <p:nvPr/>
        </p:nvSpPr>
        <p:spPr>
          <a:xfrm>
            <a:off x="5120640" y="3383280"/>
            <a:ext cx="1005480" cy="310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2dd4ae"/>
                </a:solidFill>
                <a:latin typeface="Calibri"/>
                <a:ea typeface="Calibri"/>
              </a:rPr>
              <a:t>✓</a:t>
            </a:r>
            <a:endParaRPr b="0" lang="en-GB" sz="1400" spc="-1" strike="noStrike">
              <a:solidFill>
                <a:srgbClr val="ffffff"/>
              </a:solidFill>
              <a:latin typeface="Arial"/>
            </a:endParaRPr>
          </a:p>
        </p:txBody>
      </p:sp>
      <p:sp>
        <p:nvSpPr>
          <p:cNvPr id="240" name="Shape 83"/>
          <p:cNvSpPr/>
          <p:nvPr/>
        </p:nvSpPr>
        <p:spPr>
          <a:xfrm>
            <a:off x="6217920" y="3364920"/>
            <a:ext cx="1096920" cy="347040"/>
          </a:xfrm>
          <a:prstGeom prst="rect">
            <a:avLst/>
          </a:prstGeom>
          <a:solidFill>
            <a:srgbClr val="0a1628"/>
          </a:solidFill>
          <a:ln w="3810">
            <a:solidFill>
              <a:srgbClr val="162b52"/>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241" name="Text 84"/>
          <p:cNvSpPr/>
          <p:nvPr/>
        </p:nvSpPr>
        <p:spPr>
          <a:xfrm>
            <a:off x="6263640" y="3383280"/>
            <a:ext cx="1005480" cy="310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2dd4ae"/>
                </a:solidFill>
                <a:latin typeface="Calibri"/>
                <a:ea typeface="Calibri"/>
              </a:rPr>
              <a:t>✓</a:t>
            </a:r>
            <a:endParaRPr b="0" lang="en-GB" sz="1400" spc="-1" strike="noStrike">
              <a:solidFill>
                <a:srgbClr val="ffffff"/>
              </a:solidFill>
              <a:latin typeface="Arial"/>
            </a:endParaRPr>
          </a:p>
        </p:txBody>
      </p:sp>
      <p:sp>
        <p:nvSpPr>
          <p:cNvPr id="242" name="Shape 85"/>
          <p:cNvSpPr/>
          <p:nvPr/>
        </p:nvSpPr>
        <p:spPr>
          <a:xfrm>
            <a:off x="7315200" y="3364920"/>
            <a:ext cx="1096920" cy="347040"/>
          </a:xfrm>
          <a:prstGeom prst="rect">
            <a:avLst/>
          </a:prstGeom>
          <a:solidFill>
            <a:srgbClr val="0a1628"/>
          </a:solidFill>
          <a:ln w="3810">
            <a:solidFill>
              <a:srgbClr val="162b52"/>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243" name="Text 86"/>
          <p:cNvSpPr/>
          <p:nvPr/>
        </p:nvSpPr>
        <p:spPr>
          <a:xfrm>
            <a:off x="7360920" y="3383280"/>
            <a:ext cx="1005480" cy="310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2dd4ae"/>
                </a:solidFill>
                <a:latin typeface="Calibri"/>
                <a:ea typeface="Calibri"/>
              </a:rPr>
              <a:t>✓</a:t>
            </a:r>
            <a:endParaRPr b="0" lang="en-GB" sz="1400" spc="-1" strike="noStrike">
              <a:solidFill>
                <a:srgbClr val="ffffff"/>
              </a:solidFill>
              <a:latin typeface="Arial"/>
            </a:endParaRPr>
          </a:p>
        </p:txBody>
      </p:sp>
      <p:sp>
        <p:nvSpPr>
          <p:cNvPr id="244" name="Shape 87"/>
          <p:cNvSpPr/>
          <p:nvPr/>
        </p:nvSpPr>
        <p:spPr>
          <a:xfrm>
            <a:off x="274320" y="3730680"/>
            <a:ext cx="2559960" cy="347040"/>
          </a:xfrm>
          <a:prstGeom prst="rect">
            <a:avLst/>
          </a:prstGeom>
          <a:solidFill>
            <a:srgbClr val="132035"/>
          </a:solidFill>
          <a:ln w="3810">
            <a:solidFill>
              <a:srgbClr val="162b52"/>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245" name="Text 88"/>
          <p:cNvSpPr/>
          <p:nvPr/>
        </p:nvSpPr>
        <p:spPr>
          <a:xfrm>
            <a:off x="320040" y="3749040"/>
            <a:ext cx="2468520" cy="310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50" spc="-1" strike="noStrike">
                <a:solidFill>
                  <a:srgbClr val="8fa3bf"/>
                </a:solidFill>
                <a:latin typeface="Calibri"/>
                <a:ea typeface="Calibri"/>
              </a:rPr>
              <a:t>Tamper detection</a:t>
            </a:r>
            <a:endParaRPr b="0" lang="en-GB" sz="1050" spc="-1" strike="noStrike">
              <a:solidFill>
                <a:srgbClr val="ffffff"/>
              </a:solidFill>
              <a:latin typeface="Arial"/>
            </a:endParaRPr>
          </a:p>
        </p:txBody>
      </p:sp>
      <p:sp>
        <p:nvSpPr>
          <p:cNvPr id="246" name="Shape 89"/>
          <p:cNvSpPr/>
          <p:nvPr/>
        </p:nvSpPr>
        <p:spPr>
          <a:xfrm>
            <a:off x="2926080" y="3730680"/>
            <a:ext cx="1096920" cy="347040"/>
          </a:xfrm>
          <a:prstGeom prst="rect">
            <a:avLst/>
          </a:prstGeom>
          <a:solidFill>
            <a:srgbClr val="152848"/>
          </a:solidFill>
          <a:ln w="3810">
            <a:solidFill>
              <a:srgbClr val="162b52"/>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247" name="Text 90"/>
          <p:cNvSpPr/>
          <p:nvPr/>
        </p:nvSpPr>
        <p:spPr>
          <a:xfrm>
            <a:off x="2971800" y="3749040"/>
            <a:ext cx="1005480" cy="310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2dd4ae"/>
                </a:solidFill>
                <a:latin typeface="Calibri"/>
                <a:ea typeface="Calibri"/>
              </a:rPr>
              <a:t>✓</a:t>
            </a:r>
            <a:endParaRPr b="0" lang="en-GB" sz="1400" spc="-1" strike="noStrike">
              <a:solidFill>
                <a:srgbClr val="ffffff"/>
              </a:solidFill>
              <a:latin typeface="Arial"/>
            </a:endParaRPr>
          </a:p>
        </p:txBody>
      </p:sp>
      <p:sp>
        <p:nvSpPr>
          <p:cNvPr id="248" name="Shape 91"/>
          <p:cNvSpPr/>
          <p:nvPr/>
        </p:nvSpPr>
        <p:spPr>
          <a:xfrm>
            <a:off x="4114800" y="3730680"/>
            <a:ext cx="914040" cy="347040"/>
          </a:xfrm>
          <a:prstGeom prst="rect">
            <a:avLst/>
          </a:prstGeom>
          <a:solidFill>
            <a:srgbClr val="132035"/>
          </a:solidFill>
          <a:ln w="3810">
            <a:solidFill>
              <a:srgbClr val="162b52"/>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249" name="Text 92"/>
          <p:cNvSpPr/>
          <p:nvPr/>
        </p:nvSpPr>
        <p:spPr>
          <a:xfrm>
            <a:off x="4160520" y="3749040"/>
            <a:ext cx="822600" cy="310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400" spc="-1" strike="noStrike">
                <a:solidFill>
                  <a:srgbClr val="c9a84c"/>
                </a:solidFill>
                <a:latin typeface="Calibri"/>
                <a:ea typeface="Calibri"/>
              </a:rPr>
              <a:t>~</a:t>
            </a:r>
            <a:endParaRPr b="0" lang="en-GB" sz="1400" spc="-1" strike="noStrike">
              <a:solidFill>
                <a:srgbClr val="ffffff"/>
              </a:solidFill>
              <a:latin typeface="Arial"/>
            </a:endParaRPr>
          </a:p>
        </p:txBody>
      </p:sp>
      <p:sp>
        <p:nvSpPr>
          <p:cNvPr id="250" name="Shape 93"/>
          <p:cNvSpPr/>
          <p:nvPr/>
        </p:nvSpPr>
        <p:spPr>
          <a:xfrm>
            <a:off x="5074920" y="3730680"/>
            <a:ext cx="1096920" cy="347040"/>
          </a:xfrm>
          <a:prstGeom prst="rect">
            <a:avLst/>
          </a:prstGeom>
          <a:solidFill>
            <a:srgbClr val="132035"/>
          </a:solidFill>
          <a:ln w="3810">
            <a:solidFill>
              <a:srgbClr val="162b52"/>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251" name="Text 94"/>
          <p:cNvSpPr/>
          <p:nvPr/>
        </p:nvSpPr>
        <p:spPr>
          <a:xfrm>
            <a:off x="5120640" y="3749040"/>
            <a:ext cx="1005480" cy="310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e05555"/>
                </a:solidFill>
                <a:latin typeface="Calibri"/>
                <a:ea typeface="Calibri"/>
              </a:rPr>
              <a:t>✗</a:t>
            </a:r>
            <a:endParaRPr b="0" lang="en-GB" sz="1400" spc="-1" strike="noStrike">
              <a:solidFill>
                <a:srgbClr val="ffffff"/>
              </a:solidFill>
              <a:latin typeface="Arial"/>
            </a:endParaRPr>
          </a:p>
        </p:txBody>
      </p:sp>
      <p:sp>
        <p:nvSpPr>
          <p:cNvPr id="252" name="Shape 95"/>
          <p:cNvSpPr/>
          <p:nvPr/>
        </p:nvSpPr>
        <p:spPr>
          <a:xfrm>
            <a:off x="6217920" y="3730680"/>
            <a:ext cx="1096920" cy="347040"/>
          </a:xfrm>
          <a:prstGeom prst="rect">
            <a:avLst/>
          </a:prstGeom>
          <a:solidFill>
            <a:srgbClr val="132035"/>
          </a:solidFill>
          <a:ln w="3810">
            <a:solidFill>
              <a:srgbClr val="162b52"/>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253" name="Text 96"/>
          <p:cNvSpPr/>
          <p:nvPr/>
        </p:nvSpPr>
        <p:spPr>
          <a:xfrm>
            <a:off x="6263640" y="3749040"/>
            <a:ext cx="1005480" cy="310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e05555"/>
                </a:solidFill>
                <a:latin typeface="Calibri"/>
                <a:ea typeface="Calibri"/>
              </a:rPr>
              <a:t>✗</a:t>
            </a:r>
            <a:endParaRPr b="0" lang="en-GB" sz="1400" spc="-1" strike="noStrike">
              <a:solidFill>
                <a:srgbClr val="ffffff"/>
              </a:solidFill>
              <a:latin typeface="Arial"/>
            </a:endParaRPr>
          </a:p>
        </p:txBody>
      </p:sp>
      <p:sp>
        <p:nvSpPr>
          <p:cNvPr id="254" name="Shape 97"/>
          <p:cNvSpPr/>
          <p:nvPr/>
        </p:nvSpPr>
        <p:spPr>
          <a:xfrm>
            <a:off x="7315200" y="3730680"/>
            <a:ext cx="1096920" cy="347040"/>
          </a:xfrm>
          <a:prstGeom prst="rect">
            <a:avLst/>
          </a:prstGeom>
          <a:solidFill>
            <a:srgbClr val="132035"/>
          </a:solidFill>
          <a:ln w="3810">
            <a:solidFill>
              <a:srgbClr val="162b52"/>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255" name="Text 98"/>
          <p:cNvSpPr/>
          <p:nvPr/>
        </p:nvSpPr>
        <p:spPr>
          <a:xfrm>
            <a:off x="7360920" y="3749040"/>
            <a:ext cx="1005480" cy="310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e05555"/>
                </a:solidFill>
                <a:latin typeface="Calibri"/>
                <a:ea typeface="Calibri"/>
              </a:rPr>
              <a:t>✗</a:t>
            </a:r>
            <a:endParaRPr b="0" lang="en-GB" sz="1400" spc="-1" strike="noStrike">
              <a:solidFill>
                <a:srgbClr val="ffffff"/>
              </a:solidFill>
              <a:latin typeface="Arial"/>
            </a:endParaRPr>
          </a:p>
        </p:txBody>
      </p:sp>
      <p:sp>
        <p:nvSpPr>
          <p:cNvPr id="256" name="Shape 99"/>
          <p:cNvSpPr/>
          <p:nvPr/>
        </p:nvSpPr>
        <p:spPr>
          <a:xfrm>
            <a:off x="274320" y="4096440"/>
            <a:ext cx="2559960" cy="347040"/>
          </a:xfrm>
          <a:prstGeom prst="rect">
            <a:avLst/>
          </a:prstGeom>
          <a:solidFill>
            <a:srgbClr val="0a1628"/>
          </a:solidFill>
          <a:ln w="3810">
            <a:solidFill>
              <a:srgbClr val="162b52"/>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257" name="Text 100"/>
          <p:cNvSpPr/>
          <p:nvPr/>
        </p:nvSpPr>
        <p:spPr>
          <a:xfrm>
            <a:off x="320040" y="4114800"/>
            <a:ext cx="2468520" cy="310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50" spc="-1" strike="noStrike">
                <a:solidFill>
                  <a:srgbClr val="8fa3bf"/>
                </a:solidFill>
                <a:latin typeface="Calibri"/>
                <a:ea typeface="Calibri"/>
              </a:rPr>
              <a:t>DMCA auto-generation</a:t>
            </a:r>
            <a:endParaRPr b="0" lang="en-GB" sz="1050" spc="-1" strike="noStrike">
              <a:solidFill>
                <a:srgbClr val="ffffff"/>
              </a:solidFill>
              <a:latin typeface="Arial"/>
            </a:endParaRPr>
          </a:p>
        </p:txBody>
      </p:sp>
      <p:sp>
        <p:nvSpPr>
          <p:cNvPr id="258" name="Shape 101"/>
          <p:cNvSpPr/>
          <p:nvPr/>
        </p:nvSpPr>
        <p:spPr>
          <a:xfrm>
            <a:off x="2926080" y="4096440"/>
            <a:ext cx="1096920" cy="347040"/>
          </a:xfrm>
          <a:prstGeom prst="rect">
            <a:avLst/>
          </a:prstGeom>
          <a:solidFill>
            <a:srgbClr val="152848"/>
          </a:solidFill>
          <a:ln w="3810">
            <a:solidFill>
              <a:srgbClr val="162b52"/>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259" name="Text 102"/>
          <p:cNvSpPr/>
          <p:nvPr/>
        </p:nvSpPr>
        <p:spPr>
          <a:xfrm>
            <a:off x="2971800" y="4114800"/>
            <a:ext cx="1005480" cy="310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2dd4ae"/>
                </a:solidFill>
                <a:latin typeface="Calibri"/>
                <a:ea typeface="Calibri"/>
              </a:rPr>
              <a:t>✓</a:t>
            </a:r>
            <a:endParaRPr b="0" lang="en-GB" sz="1400" spc="-1" strike="noStrike">
              <a:solidFill>
                <a:srgbClr val="ffffff"/>
              </a:solidFill>
              <a:latin typeface="Arial"/>
            </a:endParaRPr>
          </a:p>
        </p:txBody>
      </p:sp>
      <p:sp>
        <p:nvSpPr>
          <p:cNvPr id="260" name="Shape 103"/>
          <p:cNvSpPr/>
          <p:nvPr/>
        </p:nvSpPr>
        <p:spPr>
          <a:xfrm>
            <a:off x="4114800" y="4096440"/>
            <a:ext cx="914040" cy="347040"/>
          </a:xfrm>
          <a:prstGeom prst="rect">
            <a:avLst/>
          </a:prstGeom>
          <a:solidFill>
            <a:srgbClr val="0a1628"/>
          </a:solidFill>
          <a:ln w="3810">
            <a:solidFill>
              <a:srgbClr val="162b52"/>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261" name="Text 104"/>
          <p:cNvSpPr/>
          <p:nvPr/>
        </p:nvSpPr>
        <p:spPr>
          <a:xfrm>
            <a:off x="4160520" y="4114800"/>
            <a:ext cx="822600" cy="310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e05555"/>
                </a:solidFill>
                <a:latin typeface="Calibri"/>
                <a:ea typeface="Calibri"/>
              </a:rPr>
              <a:t>✗</a:t>
            </a:r>
            <a:endParaRPr b="0" lang="en-GB" sz="1400" spc="-1" strike="noStrike">
              <a:solidFill>
                <a:srgbClr val="ffffff"/>
              </a:solidFill>
              <a:latin typeface="Arial"/>
            </a:endParaRPr>
          </a:p>
        </p:txBody>
      </p:sp>
      <p:sp>
        <p:nvSpPr>
          <p:cNvPr id="262" name="Shape 105"/>
          <p:cNvSpPr/>
          <p:nvPr/>
        </p:nvSpPr>
        <p:spPr>
          <a:xfrm>
            <a:off x="5074920" y="4096440"/>
            <a:ext cx="1096920" cy="347040"/>
          </a:xfrm>
          <a:prstGeom prst="rect">
            <a:avLst/>
          </a:prstGeom>
          <a:solidFill>
            <a:srgbClr val="0a1628"/>
          </a:solidFill>
          <a:ln w="3810">
            <a:solidFill>
              <a:srgbClr val="162b52"/>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263" name="Text 106"/>
          <p:cNvSpPr/>
          <p:nvPr/>
        </p:nvSpPr>
        <p:spPr>
          <a:xfrm>
            <a:off x="5120640" y="4114800"/>
            <a:ext cx="1005480" cy="310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e05555"/>
                </a:solidFill>
                <a:latin typeface="Calibri"/>
                <a:ea typeface="Calibri"/>
              </a:rPr>
              <a:t>✗</a:t>
            </a:r>
            <a:endParaRPr b="0" lang="en-GB" sz="1400" spc="-1" strike="noStrike">
              <a:solidFill>
                <a:srgbClr val="ffffff"/>
              </a:solidFill>
              <a:latin typeface="Arial"/>
            </a:endParaRPr>
          </a:p>
        </p:txBody>
      </p:sp>
      <p:sp>
        <p:nvSpPr>
          <p:cNvPr id="264" name="Shape 107"/>
          <p:cNvSpPr/>
          <p:nvPr/>
        </p:nvSpPr>
        <p:spPr>
          <a:xfrm>
            <a:off x="6217920" y="4096440"/>
            <a:ext cx="1096920" cy="347040"/>
          </a:xfrm>
          <a:prstGeom prst="rect">
            <a:avLst/>
          </a:prstGeom>
          <a:solidFill>
            <a:srgbClr val="0a1628"/>
          </a:solidFill>
          <a:ln w="3810">
            <a:solidFill>
              <a:srgbClr val="162b52"/>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265" name="Text 108"/>
          <p:cNvSpPr/>
          <p:nvPr/>
        </p:nvSpPr>
        <p:spPr>
          <a:xfrm>
            <a:off x="6263640" y="4114800"/>
            <a:ext cx="1005480" cy="310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e05555"/>
                </a:solidFill>
                <a:latin typeface="Calibri"/>
                <a:ea typeface="Calibri"/>
              </a:rPr>
              <a:t>✗</a:t>
            </a:r>
            <a:endParaRPr b="0" lang="en-GB" sz="1400" spc="-1" strike="noStrike">
              <a:solidFill>
                <a:srgbClr val="ffffff"/>
              </a:solidFill>
              <a:latin typeface="Arial"/>
            </a:endParaRPr>
          </a:p>
        </p:txBody>
      </p:sp>
      <p:sp>
        <p:nvSpPr>
          <p:cNvPr id="266" name="Shape 109"/>
          <p:cNvSpPr/>
          <p:nvPr/>
        </p:nvSpPr>
        <p:spPr>
          <a:xfrm>
            <a:off x="7315200" y="4096440"/>
            <a:ext cx="1096920" cy="347040"/>
          </a:xfrm>
          <a:prstGeom prst="rect">
            <a:avLst/>
          </a:prstGeom>
          <a:solidFill>
            <a:srgbClr val="0a1628"/>
          </a:solidFill>
          <a:ln w="3810">
            <a:solidFill>
              <a:srgbClr val="162b52"/>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267" name="Text 110"/>
          <p:cNvSpPr/>
          <p:nvPr/>
        </p:nvSpPr>
        <p:spPr>
          <a:xfrm>
            <a:off x="7360920" y="4114800"/>
            <a:ext cx="1005480" cy="310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e05555"/>
                </a:solidFill>
                <a:latin typeface="Calibri"/>
                <a:ea typeface="Calibri"/>
              </a:rPr>
              <a:t>✗</a:t>
            </a:r>
            <a:endParaRPr b="0" lang="en-GB" sz="1400" spc="-1" strike="noStrike">
              <a:solidFill>
                <a:srgbClr val="ffffff"/>
              </a:solidFill>
              <a:latin typeface="Arial"/>
            </a:endParaRPr>
          </a:p>
        </p:txBody>
      </p:sp>
      <p:sp>
        <p:nvSpPr>
          <p:cNvPr id="268" name="Shape 111"/>
          <p:cNvSpPr/>
          <p:nvPr/>
        </p:nvSpPr>
        <p:spPr>
          <a:xfrm>
            <a:off x="274320" y="4462200"/>
            <a:ext cx="2559960" cy="347040"/>
          </a:xfrm>
          <a:prstGeom prst="rect">
            <a:avLst/>
          </a:prstGeom>
          <a:solidFill>
            <a:srgbClr val="132035"/>
          </a:solidFill>
          <a:ln w="3810">
            <a:solidFill>
              <a:srgbClr val="162b52"/>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269" name="Text 112"/>
          <p:cNvSpPr/>
          <p:nvPr/>
        </p:nvSpPr>
        <p:spPr>
          <a:xfrm>
            <a:off x="320040" y="4480560"/>
            <a:ext cx="2468520" cy="310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50" spc="-1" strike="noStrike">
                <a:solidFill>
                  <a:srgbClr val="8fa3bf"/>
                </a:solidFill>
                <a:latin typeface="Calibri"/>
                <a:ea typeface="Calibri"/>
              </a:rPr>
              <a:t>Affordable for individuals</a:t>
            </a:r>
            <a:endParaRPr b="0" lang="en-GB" sz="1050" spc="-1" strike="noStrike">
              <a:solidFill>
                <a:srgbClr val="ffffff"/>
              </a:solidFill>
              <a:latin typeface="Arial"/>
            </a:endParaRPr>
          </a:p>
        </p:txBody>
      </p:sp>
      <p:sp>
        <p:nvSpPr>
          <p:cNvPr id="270" name="Shape 113"/>
          <p:cNvSpPr/>
          <p:nvPr/>
        </p:nvSpPr>
        <p:spPr>
          <a:xfrm>
            <a:off x="2926080" y="4462200"/>
            <a:ext cx="1096920" cy="347040"/>
          </a:xfrm>
          <a:prstGeom prst="rect">
            <a:avLst/>
          </a:prstGeom>
          <a:solidFill>
            <a:srgbClr val="152848"/>
          </a:solidFill>
          <a:ln w="3810">
            <a:solidFill>
              <a:srgbClr val="162b52"/>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271" name="Text 114"/>
          <p:cNvSpPr/>
          <p:nvPr/>
        </p:nvSpPr>
        <p:spPr>
          <a:xfrm>
            <a:off x="2971800" y="4480560"/>
            <a:ext cx="1005480" cy="310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2dd4ae"/>
                </a:solidFill>
                <a:latin typeface="Calibri"/>
                <a:ea typeface="Calibri"/>
              </a:rPr>
              <a:t>✓</a:t>
            </a:r>
            <a:endParaRPr b="0" lang="en-GB" sz="1400" spc="-1" strike="noStrike">
              <a:solidFill>
                <a:srgbClr val="ffffff"/>
              </a:solidFill>
              <a:latin typeface="Arial"/>
            </a:endParaRPr>
          </a:p>
        </p:txBody>
      </p:sp>
      <p:sp>
        <p:nvSpPr>
          <p:cNvPr id="272" name="Shape 115"/>
          <p:cNvSpPr/>
          <p:nvPr/>
        </p:nvSpPr>
        <p:spPr>
          <a:xfrm>
            <a:off x="4114800" y="4462200"/>
            <a:ext cx="914040" cy="347040"/>
          </a:xfrm>
          <a:prstGeom prst="rect">
            <a:avLst/>
          </a:prstGeom>
          <a:solidFill>
            <a:srgbClr val="132035"/>
          </a:solidFill>
          <a:ln w="3810">
            <a:solidFill>
              <a:srgbClr val="162b52"/>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273" name="Text 116"/>
          <p:cNvSpPr/>
          <p:nvPr/>
        </p:nvSpPr>
        <p:spPr>
          <a:xfrm>
            <a:off x="4160520" y="4480560"/>
            <a:ext cx="822600" cy="310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e05555"/>
                </a:solidFill>
                <a:latin typeface="Calibri"/>
                <a:ea typeface="Calibri"/>
              </a:rPr>
              <a:t>✗</a:t>
            </a:r>
            <a:endParaRPr b="0" lang="en-GB" sz="1400" spc="-1" strike="noStrike">
              <a:solidFill>
                <a:srgbClr val="ffffff"/>
              </a:solidFill>
              <a:latin typeface="Arial"/>
            </a:endParaRPr>
          </a:p>
        </p:txBody>
      </p:sp>
      <p:sp>
        <p:nvSpPr>
          <p:cNvPr id="274" name="Shape 117"/>
          <p:cNvSpPr/>
          <p:nvPr/>
        </p:nvSpPr>
        <p:spPr>
          <a:xfrm>
            <a:off x="5074920" y="4462200"/>
            <a:ext cx="1096920" cy="347040"/>
          </a:xfrm>
          <a:prstGeom prst="rect">
            <a:avLst/>
          </a:prstGeom>
          <a:solidFill>
            <a:srgbClr val="132035"/>
          </a:solidFill>
          <a:ln w="3810">
            <a:solidFill>
              <a:srgbClr val="162b52"/>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275" name="Text 118"/>
          <p:cNvSpPr/>
          <p:nvPr/>
        </p:nvSpPr>
        <p:spPr>
          <a:xfrm>
            <a:off x="5120640" y="4480560"/>
            <a:ext cx="1005480" cy="310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e05555"/>
                </a:solidFill>
                <a:latin typeface="Calibri"/>
                <a:ea typeface="Calibri"/>
              </a:rPr>
              <a:t>✗</a:t>
            </a:r>
            <a:endParaRPr b="0" lang="en-GB" sz="1400" spc="-1" strike="noStrike">
              <a:solidFill>
                <a:srgbClr val="ffffff"/>
              </a:solidFill>
              <a:latin typeface="Arial"/>
            </a:endParaRPr>
          </a:p>
        </p:txBody>
      </p:sp>
      <p:sp>
        <p:nvSpPr>
          <p:cNvPr id="276" name="Shape 119"/>
          <p:cNvSpPr/>
          <p:nvPr/>
        </p:nvSpPr>
        <p:spPr>
          <a:xfrm>
            <a:off x="6217920" y="4462200"/>
            <a:ext cx="1096920" cy="347040"/>
          </a:xfrm>
          <a:prstGeom prst="rect">
            <a:avLst/>
          </a:prstGeom>
          <a:solidFill>
            <a:srgbClr val="132035"/>
          </a:solidFill>
          <a:ln w="3810">
            <a:solidFill>
              <a:srgbClr val="162b52"/>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277" name="Text 120"/>
          <p:cNvSpPr/>
          <p:nvPr/>
        </p:nvSpPr>
        <p:spPr>
          <a:xfrm>
            <a:off x="6263640" y="4480560"/>
            <a:ext cx="1005480" cy="310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2dd4ae"/>
                </a:solidFill>
                <a:latin typeface="Calibri"/>
                <a:ea typeface="Calibri"/>
              </a:rPr>
              <a:t>✓</a:t>
            </a:r>
            <a:endParaRPr b="0" lang="en-GB" sz="1400" spc="-1" strike="noStrike">
              <a:solidFill>
                <a:srgbClr val="ffffff"/>
              </a:solidFill>
              <a:latin typeface="Arial"/>
            </a:endParaRPr>
          </a:p>
        </p:txBody>
      </p:sp>
      <p:sp>
        <p:nvSpPr>
          <p:cNvPr id="278" name="Shape 121"/>
          <p:cNvSpPr/>
          <p:nvPr/>
        </p:nvSpPr>
        <p:spPr>
          <a:xfrm>
            <a:off x="7315200" y="4462200"/>
            <a:ext cx="1096920" cy="347040"/>
          </a:xfrm>
          <a:prstGeom prst="rect">
            <a:avLst/>
          </a:prstGeom>
          <a:solidFill>
            <a:srgbClr val="132035"/>
          </a:solidFill>
          <a:ln w="3810">
            <a:solidFill>
              <a:srgbClr val="162b52"/>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279" name="Text 122"/>
          <p:cNvSpPr/>
          <p:nvPr/>
        </p:nvSpPr>
        <p:spPr>
          <a:xfrm>
            <a:off x="7360920" y="4480560"/>
            <a:ext cx="1005480" cy="310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2dd4ae"/>
                </a:solidFill>
                <a:latin typeface="Calibri"/>
                <a:ea typeface="Calibri"/>
              </a:rPr>
              <a:t>✓</a:t>
            </a:r>
            <a:endParaRPr b="0" lang="en-GB" sz="1400" spc="-1" strike="noStrike">
              <a:solidFill>
                <a:srgbClr val="ffffff"/>
              </a:solidFill>
              <a:latin typeface="Arial"/>
            </a:endParaRPr>
          </a:p>
        </p:txBody>
      </p:sp>
      <p:sp>
        <p:nvSpPr>
          <p:cNvPr id="280" name="Shape 123"/>
          <p:cNvSpPr/>
          <p:nvPr/>
        </p:nvSpPr>
        <p:spPr>
          <a:xfrm>
            <a:off x="2907720" y="1033200"/>
            <a:ext cx="1133640" cy="3776040"/>
          </a:xfrm>
          <a:prstGeom prst="rect">
            <a:avLst/>
          </a:prstGeom>
          <a:noFill/>
          <a:ln w="25400">
            <a:solidFill>
              <a:srgbClr val="2dd4ae"/>
            </a:solidFill>
            <a:round/>
          </a:ln>
        </p:spPr>
        <p:style>
          <a:lnRef idx="0"/>
          <a:fillRef idx="0"/>
          <a:effectRef idx="0"/>
          <a:fontRef idx="minor"/>
        </p:style>
        <p:txBody>
          <a:bodyPr lIns="90000" rIns="90000" tIns="45000" bIns="45000" anchor="t">
            <a:noAutofit/>
          </a:bodyPr>
          <a:p>
            <a:endParaRPr b="0" lang="en-GB"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a1628"/>
        </a:solidFill>
      </p:bgPr>
    </p:bg>
    <p:spTree>
      <p:nvGrpSpPr>
        <p:cNvPr id="1" name=""/>
        <p:cNvGrpSpPr/>
        <p:nvPr/>
      </p:nvGrpSpPr>
      <p:grpSpPr>
        <a:xfrm>
          <a:off x="0" y="0"/>
          <a:ext cx="0" cy="0"/>
          <a:chOff x="0" y="0"/>
          <a:chExt cx="0" cy="0"/>
        </a:xfrm>
      </p:grpSpPr>
      <p:sp>
        <p:nvSpPr>
          <p:cNvPr id="281" name="Shape 0"/>
          <p:cNvSpPr/>
          <p:nvPr/>
        </p:nvSpPr>
        <p:spPr>
          <a:xfrm>
            <a:off x="0" y="0"/>
            <a:ext cx="9143640" cy="54360"/>
          </a:xfrm>
          <a:prstGeom prst="rect">
            <a:avLst/>
          </a:prstGeom>
          <a:solidFill>
            <a:srgbClr val="c9a84c"/>
          </a:solidFill>
          <a:ln w="12700">
            <a:solidFill>
              <a:srgbClr val="c9a84c"/>
            </a:solidFill>
            <a:round/>
          </a:ln>
        </p:spPr>
        <p:style>
          <a:lnRef idx="0"/>
          <a:fillRef idx="0"/>
          <a:effectRef idx="0"/>
          <a:fontRef idx="minor"/>
        </p:style>
        <p:txBody>
          <a:bodyPr lIns="90000" rIns="90000" tIns="9720" bIns="9720" anchor="t">
            <a:noAutofit/>
          </a:bodyPr>
          <a:p>
            <a:endParaRPr b="0" lang="en-GB" sz="1800" spc="-1" strike="noStrike">
              <a:solidFill>
                <a:srgbClr val="000000"/>
              </a:solidFill>
              <a:latin typeface="Arial"/>
            </a:endParaRPr>
          </a:p>
        </p:txBody>
      </p:sp>
      <p:sp>
        <p:nvSpPr>
          <p:cNvPr id="282" name="Text 1"/>
          <p:cNvSpPr/>
          <p:nvPr/>
        </p:nvSpPr>
        <p:spPr>
          <a:xfrm>
            <a:off x="457200" y="182880"/>
            <a:ext cx="822924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00" spc="398" strike="noStrike">
                <a:solidFill>
                  <a:srgbClr val="c9a84c"/>
                </a:solidFill>
                <a:latin typeface="Calibri"/>
                <a:ea typeface="Calibri"/>
              </a:rPr>
              <a:t>BUSINESS MODEL</a:t>
            </a:r>
            <a:endParaRPr b="0" lang="en-GB" sz="1000" spc="-1" strike="noStrike">
              <a:solidFill>
                <a:srgbClr val="ffffff"/>
              </a:solidFill>
              <a:latin typeface="Arial"/>
            </a:endParaRPr>
          </a:p>
        </p:txBody>
      </p:sp>
      <p:sp>
        <p:nvSpPr>
          <p:cNvPr id="283" name="Text 2"/>
          <p:cNvSpPr/>
          <p:nvPr/>
        </p:nvSpPr>
        <p:spPr>
          <a:xfrm>
            <a:off x="457200" y="567000"/>
            <a:ext cx="8229240" cy="411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200" spc="-1" strike="noStrike">
                <a:solidFill>
                  <a:srgbClr val="ffffff"/>
                </a:solidFill>
                <a:latin typeface="Georgia"/>
                <a:ea typeface="Georgia"/>
              </a:rPr>
              <a:t>Simple SaaS. Massive market.</a:t>
            </a:r>
            <a:endParaRPr b="0" lang="en-GB" sz="2200" spc="-1" strike="noStrike">
              <a:solidFill>
                <a:srgbClr val="ffffff"/>
              </a:solidFill>
              <a:latin typeface="Arial"/>
            </a:endParaRPr>
          </a:p>
        </p:txBody>
      </p:sp>
      <p:sp>
        <p:nvSpPr>
          <p:cNvPr id="284" name="Shape 3"/>
          <p:cNvSpPr/>
          <p:nvPr/>
        </p:nvSpPr>
        <p:spPr>
          <a:xfrm>
            <a:off x="320040" y="1097280"/>
            <a:ext cx="2011320" cy="2285640"/>
          </a:xfrm>
          <a:prstGeom prst="rect">
            <a:avLst/>
          </a:prstGeom>
          <a:solidFill>
            <a:srgbClr val="132035"/>
          </a:solidFill>
          <a:ln w="12700">
            <a:solidFill>
              <a:srgbClr val="8fa3bf"/>
            </a:solidFill>
            <a:round/>
          </a:ln>
          <a:effectLst>
            <a:outerShdw algn="bl" blurRad="127080" dir="8100000" dist="50402" kx="0" ky="0" rotWithShape="0" sx="100000" sy="100000">
              <a:srgbClr val="000000">
                <a:alpha val="25000"/>
              </a:srgbClr>
            </a:outerShdw>
          </a:effectLst>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285" name="Text 4"/>
          <p:cNvSpPr/>
          <p:nvPr/>
        </p:nvSpPr>
        <p:spPr>
          <a:xfrm>
            <a:off x="411480" y="1188720"/>
            <a:ext cx="1828440" cy="3470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ffffff"/>
                </a:solidFill>
                <a:latin typeface="Calibri"/>
                <a:ea typeface="Calibri"/>
              </a:rPr>
              <a:t>Free</a:t>
            </a:r>
            <a:endParaRPr b="0" lang="en-GB" sz="1400" spc="-1" strike="noStrike">
              <a:solidFill>
                <a:srgbClr val="ffffff"/>
              </a:solidFill>
              <a:latin typeface="Arial"/>
            </a:endParaRPr>
          </a:p>
        </p:txBody>
      </p:sp>
      <p:sp>
        <p:nvSpPr>
          <p:cNvPr id="286" name="Text 5"/>
          <p:cNvSpPr/>
          <p:nvPr/>
        </p:nvSpPr>
        <p:spPr>
          <a:xfrm>
            <a:off x="411480" y="1572840"/>
            <a:ext cx="1828440" cy="5025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2800" spc="-1" strike="noStrike">
                <a:solidFill>
                  <a:srgbClr val="8fa3bf"/>
                </a:solidFill>
                <a:latin typeface="Georgia"/>
                <a:ea typeface="Georgia"/>
              </a:rPr>
              <a:t>₹</a:t>
            </a:r>
            <a:r>
              <a:rPr b="1" lang="en-US" sz="2800" spc="-1" strike="noStrike">
                <a:solidFill>
                  <a:srgbClr val="8fa3bf"/>
                </a:solidFill>
                <a:latin typeface="Georgia"/>
                <a:ea typeface="Georgia"/>
              </a:rPr>
              <a:t>0</a:t>
            </a:r>
            <a:endParaRPr b="0" lang="en-GB" sz="2800" spc="-1" strike="noStrike">
              <a:solidFill>
                <a:srgbClr val="ffffff"/>
              </a:solidFill>
              <a:latin typeface="Arial"/>
            </a:endParaRPr>
          </a:p>
        </p:txBody>
      </p:sp>
      <p:sp>
        <p:nvSpPr>
          <p:cNvPr id="287" name="Text 6"/>
          <p:cNvSpPr/>
          <p:nvPr/>
        </p:nvSpPr>
        <p:spPr>
          <a:xfrm>
            <a:off x="411480" y="2075760"/>
            <a:ext cx="1828440" cy="2556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900" spc="-1" strike="noStrike">
                <a:solidFill>
                  <a:srgbClr val="8fa3bf"/>
                </a:solidFill>
                <a:latin typeface="Calibri"/>
                <a:ea typeface="Calibri"/>
              </a:rPr>
              <a:t>/month</a:t>
            </a:r>
            <a:endParaRPr b="0" lang="en-GB" sz="900" spc="-1" strike="noStrike">
              <a:solidFill>
                <a:srgbClr val="ffffff"/>
              </a:solidFill>
              <a:latin typeface="Arial"/>
            </a:endParaRPr>
          </a:p>
        </p:txBody>
      </p:sp>
      <p:sp>
        <p:nvSpPr>
          <p:cNvPr id="288" name="Shape 7"/>
          <p:cNvSpPr/>
          <p:nvPr/>
        </p:nvSpPr>
        <p:spPr>
          <a:xfrm>
            <a:off x="457200" y="2349720"/>
            <a:ext cx="1737360" cy="360"/>
          </a:xfrm>
          <a:prstGeom prst="line">
            <a:avLst/>
          </a:prstGeom>
          <a:ln w="10160">
            <a:solidFill>
              <a:srgbClr val="162b52"/>
            </a:solidFill>
            <a:round/>
          </a:ln>
        </p:spPr>
        <p:style>
          <a:lnRef idx="0"/>
          <a:fillRef idx="0"/>
          <a:effectRef idx="0"/>
          <a:fontRef idx="minor"/>
        </p:style>
        <p:txBody>
          <a:bodyPr lIns="90000" rIns="90000" tIns="-44640" bIns="-44640" anchor="t" anchorCtr="1">
            <a:noAutofit/>
          </a:bodyPr>
          <a:p>
            <a:endParaRPr b="0" lang="en-GB" sz="1800" spc="-1" strike="noStrike">
              <a:solidFill>
                <a:srgbClr val="ffffff"/>
              </a:solidFill>
              <a:latin typeface="Arial"/>
            </a:endParaRPr>
          </a:p>
        </p:txBody>
      </p:sp>
      <p:sp>
        <p:nvSpPr>
          <p:cNvPr id="289" name="Text 8"/>
          <p:cNvSpPr/>
          <p:nvPr/>
        </p:nvSpPr>
        <p:spPr>
          <a:xfrm>
            <a:off x="411480" y="2441520"/>
            <a:ext cx="1828440" cy="273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050" spc="-1" strike="noStrike">
                <a:solidFill>
                  <a:srgbClr val="ffffff"/>
                </a:solidFill>
                <a:latin typeface="Calibri"/>
                <a:ea typeface="Calibri"/>
              </a:rPr>
              <a:t>25 / month</a:t>
            </a:r>
            <a:endParaRPr b="0" lang="en-GB" sz="1050" spc="-1" strike="noStrike">
              <a:solidFill>
                <a:srgbClr val="ffffff"/>
              </a:solidFill>
              <a:latin typeface="Arial"/>
            </a:endParaRPr>
          </a:p>
        </p:txBody>
      </p:sp>
      <p:sp>
        <p:nvSpPr>
          <p:cNvPr id="290" name="Text 9"/>
          <p:cNvSpPr/>
          <p:nvPr/>
        </p:nvSpPr>
        <p:spPr>
          <a:xfrm>
            <a:off x="411480" y="2734200"/>
            <a:ext cx="1828440" cy="5025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900" spc="-1" strike="noStrike">
                <a:solidFill>
                  <a:srgbClr val="8fa3bf"/>
                </a:solidFill>
                <a:latin typeface="Calibri"/>
                <a:ea typeface="Calibri"/>
              </a:rPr>
              <a:t>Try the product. Build trust.</a:t>
            </a:r>
            <a:endParaRPr b="0" lang="en-GB" sz="900" spc="-1" strike="noStrike">
              <a:solidFill>
                <a:srgbClr val="ffffff"/>
              </a:solidFill>
              <a:latin typeface="Arial"/>
            </a:endParaRPr>
          </a:p>
        </p:txBody>
      </p:sp>
      <p:sp>
        <p:nvSpPr>
          <p:cNvPr id="291" name="Shape 10"/>
          <p:cNvSpPr/>
          <p:nvPr/>
        </p:nvSpPr>
        <p:spPr>
          <a:xfrm>
            <a:off x="2496240" y="1097280"/>
            <a:ext cx="2011320" cy="2285640"/>
          </a:xfrm>
          <a:prstGeom prst="rect">
            <a:avLst/>
          </a:prstGeom>
          <a:solidFill>
            <a:srgbClr val="132035"/>
          </a:solidFill>
          <a:ln w="12700">
            <a:solidFill>
              <a:srgbClr val="c9a84c"/>
            </a:solidFill>
            <a:round/>
          </a:ln>
          <a:effectLst>
            <a:outerShdw algn="bl" blurRad="127080" dir="8100000" dist="50402" kx="0" ky="0" rotWithShape="0" sx="100000" sy="100000">
              <a:srgbClr val="000000">
                <a:alpha val="25000"/>
              </a:srgbClr>
            </a:outerShdw>
          </a:effectLst>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292" name="Text 11"/>
          <p:cNvSpPr/>
          <p:nvPr/>
        </p:nvSpPr>
        <p:spPr>
          <a:xfrm>
            <a:off x="2587680" y="1188720"/>
            <a:ext cx="1828440" cy="3470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ffffff"/>
                </a:solidFill>
                <a:latin typeface="Calibri"/>
                <a:ea typeface="Calibri"/>
              </a:rPr>
              <a:t>Starter</a:t>
            </a:r>
            <a:endParaRPr b="0" lang="en-GB" sz="1400" spc="-1" strike="noStrike">
              <a:solidFill>
                <a:srgbClr val="ffffff"/>
              </a:solidFill>
              <a:latin typeface="Arial"/>
            </a:endParaRPr>
          </a:p>
        </p:txBody>
      </p:sp>
      <p:sp>
        <p:nvSpPr>
          <p:cNvPr id="293" name="Text 12"/>
          <p:cNvSpPr/>
          <p:nvPr/>
        </p:nvSpPr>
        <p:spPr>
          <a:xfrm>
            <a:off x="2587680" y="1572840"/>
            <a:ext cx="1828440" cy="5025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2800" spc="-1" strike="noStrike">
                <a:solidFill>
                  <a:srgbClr val="c9a84c"/>
                </a:solidFill>
                <a:latin typeface="Georgia"/>
                <a:ea typeface="Georgia"/>
              </a:rPr>
              <a:t>₹</a:t>
            </a:r>
            <a:r>
              <a:rPr b="1" lang="en-US" sz="2800" spc="-1" strike="noStrike">
                <a:solidFill>
                  <a:srgbClr val="c9a84c"/>
                </a:solidFill>
                <a:latin typeface="Georgia"/>
                <a:ea typeface="Georgia"/>
              </a:rPr>
              <a:t>499</a:t>
            </a:r>
            <a:endParaRPr b="0" lang="en-GB" sz="2800" spc="-1" strike="noStrike">
              <a:solidFill>
                <a:srgbClr val="ffffff"/>
              </a:solidFill>
              <a:latin typeface="Arial"/>
            </a:endParaRPr>
          </a:p>
        </p:txBody>
      </p:sp>
      <p:sp>
        <p:nvSpPr>
          <p:cNvPr id="294" name="Text 13"/>
          <p:cNvSpPr/>
          <p:nvPr/>
        </p:nvSpPr>
        <p:spPr>
          <a:xfrm>
            <a:off x="2587680" y="2075760"/>
            <a:ext cx="1828440" cy="2556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900" spc="-1" strike="noStrike">
                <a:solidFill>
                  <a:srgbClr val="8fa3bf"/>
                </a:solidFill>
                <a:latin typeface="Calibri"/>
                <a:ea typeface="Calibri"/>
              </a:rPr>
              <a:t>/month</a:t>
            </a:r>
            <a:endParaRPr b="0" lang="en-GB" sz="900" spc="-1" strike="noStrike">
              <a:solidFill>
                <a:srgbClr val="ffffff"/>
              </a:solidFill>
              <a:latin typeface="Arial"/>
            </a:endParaRPr>
          </a:p>
        </p:txBody>
      </p:sp>
      <p:sp>
        <p:nvSpPr>
          <p:cNvPr id="295" name="Shape 14"/>
          <p:cNvSpPr/>
          <p:nvPr/>
        </p:nvSpPr>
        <p:spPr>
          <a:xfrm>
            <a:off x="2633400" y="2349720"/>
            <a:ext cx="1737360" cy="360"/>
          </a:xfrm>
          <a:prstGeom prst="line">
            <a:avLst/>
          </a:prstGeom>
          <a:ln w="10160">
            <a:solidFill>
              <a:srgbClr val="162b52"/>
            </a:solidFill>
            <a:round/>
          </a:ln>
        </p:spPr>
        <p:style>
          <a:lnRef idx="0"/>
          <a:fillRef idx="0"/>
          <a:effectRef idx="0"/>
          <a:fontRef idx="minor"/>
        </p:style>
        <p:txBody>
          <a:bodyPr lIns="90000" rIns="90000" tIns="-44640" bIns="-44640" anchor="t" anchorCtr="1">
            <a:noAutofit/>
          </a:bodyPr>
          <a:p>
            <a:endParaRPr b="0" lang="en-GB" sz="1800" spc="-1" strike="noStrike">
              <a:solidFill>
                <a:srgbClr val="ffffff"/>
              </a:solidFill>
              <a:latin typeface="Arial"/>
            </a:endParaRPr>
          </a:p>
        </p:txBody>
      </p:sp>
      <p:sp>
        <p:nvSpPr>
          <p:cNvPr id="296" name="Text 15"/>
          <p:cNvSpPr/>
          <p:nvPr/>
        </p:nvSpPr>
        <p:spPr>
          <a:xfrm>
            <a:off x="2587680" y="2441520"/>
            <a:ext cx="1828440" cy="273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050" spc="-1" strike="noStrike">
                <a:solidFill>
                  <a:srgbClr val="ffffff"/>
                </a:solidFill>
                <a:latin typeface="Calibri"/>
                <a:ea typeface="Calibri"/>
              </a:rPr>
              <a:t>200 / month</a:t>
            </a:r>
            <a:endParaRPr b="0" lang="en-GB" sz="1050" spc="-1" strike="noStrike">
              <a:solidFill>
                <a:srgbClr val="ffffff"/>
              </a:solidFill>
              <a:latin typeface="Arial"/>
            </a:endParaRPr>
          </a:p>
        </p:txBody>
      </p:sp>
      <p:sp>
        <p:nvSpPr>
          <p:cNvPr id="297" name="Text 16"/>
          <p:cNvSpPr/>
          <p:nvPr/>
        </p:nvSpPr>
        <p:spPr>
          <a:xfrm>
            <a:off x="2587680" y="2734200"/>
            <a:ext cx="1828440" cy="5025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900" spc="-1" strike="noStrike">
                <a:solidFill>
                  <a:srgbClr val="8fa3bf"/>
                </a:solidFill>
                <a:latin typeface="Calibri"/>
                <a:ea typeface="Calibri"/>
              </a:rPr>
              <a:t>TSA timestamps + Certificates + Monitor</a:t>
            </a:r>
            <a:endParaRPr b="0" lang="en-GB" sz="900" spc="-1" strike="noStrike">
              <a:solidFill>
                <a:srgbClr val="ffffff"/>
              </a:solidFill>
              <a:latin typeface="Arial"/>
            </a:endParaRPr>
          </a:p>
        </p:txBody>
      </p:sp>
      <p:sp>
        <p:nvSpPr>
          <p:cNvPr id="298" name="Shape 17"/>
          <p:cNvSpPr/>
          <p:nvPr/>
        </p:nvSpPr>
        <p:spPr>
          <a:xfrm>
            <a:off x="4680000" y="1097280"/>
            <a:ext cx="2011320" cy="2322720"/>
          </a:xfrm>
          <a:prstGeom prst="rect">
            <a:avLst/>
          </a:prstGeom>
          <a:solidFill>
            <a:srgbClr val="152848"/>
          </a:solidFill>
          <a:ln w="25400">
            <a:solidFill>
              <a:srgbClr val="2dd4ae"/>
            </a:solidFill>
            <a:round/>
          </a:ln>
          <a:effectLst>
            <a:outerShdw algn="bl" blurRad="127080" dir="8100000" dist="50402" kx="0" ky="0" rotWithShape="0" sx="100000" sy="100000">
              <a:srgbClr val="000000">
                <a:alpha val="25000"/>
              </a:srgbClr>
            </a:outerShdw>
          </a:effectLst>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299" name="Shape 18"/>
          <p:cNvSpPr/>
          <p:nvPr/>
        </p:nvSpPr>
        <p:spPr>
          <a:xfrm>
            <a:off x="4672440" y="1097280"/>
            <a:ext cx="2011320" cy="54360"/>
          </a:xfrm>
          <a:prstGeom prst="rect">
            <a:avLst/>
          </a:prstGeom>
          <a:solidFill>
            <a:srgbClr val="2dd4ae"/>
          </a:solidFill>
          <a:ln w="12700">
            <a:solidFill>
              <a:srgbClr val="2dd4ae"/>
            </a:solidFill>
            <a:round/>
          </a:ln>
        </p:spPr>
        <p:style>
          <a:lnRef idx="0"/>
          <a:fillRef idx="0"/>
          <a:effectRef idx="0"/>
          <a:fontRef idx="minor"/>
        </p:style>
        <p:txBody>
          <a:bodyPr lIns="90000" rIns="90000" tIns="9720" bIns="9720" anchor="t">
            <a:noAutofit/>
          </a:bodyPr>
          <a:p>
            <a:endParaRPr b="0" lang="en-GB" sz="1800" spc="-1" strike="noStrike">
              <a:solidFill>
                <a:srgbClr val="000000"/>
              </a:solidFill>
              <a:latin typeface="Arial"/>
            </a:endParaRPr>
          </a:p>
        </p:txBody>
      </p:sp>
      <p:sp>
        <p:nvSpPr>
          <p:cNvPr id="300" name="Text 19"/>
          <p:cNvSpPr/>
          <p:nvPr/>
        </p:nvSpPr>
        <p:spPr>
          <a:xfrm>
            <a:off x="4763880" y="1134000"/>
            <a:ext cx="1828440" cy="2556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endParaRPr b="0" lang="en-GB" sz="1800" spc="-1" strike="noStrike">
              <a:solidFill>
                <a:srgbClr val="ffffff"/>
              </a:solidFill>
              <a:latin typeface="Arial"/>
            </a:endParaRPr>
          </a:p>
        </p:txBody>
      </p:sp>
      <p:sp>
        <p:nvSpPr>
          <p:cNvPr id="301" name="Text 20"/>
          <p:cNvSpPr/>
          <p:nvPr/>
        </p:nvSpPr>
        <p:spPr>
          <a:xfrm>
            <a:off x="4763880" y="1165320"/>
            <a:ext cx="1828440" cy="3470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ffffff"/>
                </a:solidFill>
                <a:latin typeface="Calibri"/>
                <a:ea typeface="Calibri"/>
              </a:rPr>
              <a:t>Pro</a:t>
            </a:r>
            <a:endParaRPr b="0" lang="en-GB" sz="1400" spc="-1" strike="noStrike">
              <a:solidFill>
                <a:srgbClr val="ffffff"/>
              </a:solidFill>
              <a:latin typeface="Arial"/>
            </a:endParaRPr>
          </a:p>
        </p:txBody>
      </p:sp>
      <p:sp>
        <p:nvSpPr>
          <p:cNvPr id="302" name="Text 21"/>
          <p:cNvSpPr/>
          <p:nvPr/>
        </p:nvSpPr>
        <p:spPr>
          <a:xfrm>
            <a:off x="4763880" y="1567080"/>
            <a:ext cx="1828440" cy="5025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2800" spc="-1" strike="noStrike">
                <a:solidFill>
                  <a:srgbClr val="2dd4ae"/>
                </a:solidFill>
                <a:latin typeface="Georgia"/>
                <a:ea typeface="Georgia"/>
              </a:rPr>
              <a:t>₹</a:t>
            </a:r>
            <a:r>
              <a:rPr b="1" lang="en-US" sz="2800" spc="-1" strike="noStrike">
                <a:solidFill>
                  <a:srgbClr val="2dd4ae"/>
                </a:solidFill>
                <a:latin typeface="Georgia"/>
                <a:ea typeface="Georgia"/>
              </a:rPr>
              <a:t>1,499</a:t>
            </a:r>
            <a:endParaRPr b="0" lang="en-GB" sz="2800" spc="-1" strike="noStrike">
              <a:solidFill>
                <a:srgbClr val="ffffff"/>
              </a:solidFill>
              <a:latin typeface="Arial"/>
            </a:endParaRPr>
          </a:p>
        </p:txBody>
      </p:sp>
      <p:sp>
        <p:nvSpPr>
          <p:cNvPr id="303" name="Text 22"/>
          <p:cNvSpPr/>
          <p:nvPr/>
        </p:nvSpPr>
        <p:spPr>
          <a:xfrm>
            <a:off x="4763880" y="2070000"/>
            <a:ext cx="1828440" cy="2556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900" spc="-1" strike="noStrike">
                <a:solidFill>
                  <a:srgbClr val="8fa3bf"/>
                </a:solidFill>
                <a:latin typeface="Calibri"/>
                <a:ea typeface="Calibri"/>
              </a:rPr>
              <a:t>/month</a:t>
            </a:r>
            <a:endParaRPr b="0" lang="en-GB" sz="900" spc="-1" strike="noStrike">
              <a:solidFill>
                <a:srgbClr val="ffffff"/>
              </a:solidFill>
              <a:latin typeface="Arial"/>
            </a:endParaRPr>
          </a:p>
        </p:txBody>
      </p:sp>
      <p:sp>
        <p:nvSpPr>
          <p:cNvPr id="304" name="Shape 23"/>
          <p:cNvSpPr/>
          <p:nvPr/>
        </p:nvSpPr>
        <p:spPr>
          <a:xfrm>
            <a:off x="4809600" y="2560320"/>
            <a:ext cx="1737360" cy="360"/>
          </a:xfrm>
          <a:prstGeom prst="line">
            <a:avLst/>
          </a:prstGeom>
          <a:ln w="10160">
            <a:solidFill>
              <a:srgbClr val="162b52"/>
            </a:solidFill>
            <a:round/>
          </a:ln>
        </p:spPr>
        <p:style>
          <a:lnRef idx="0"/>
          <a:fillRef idx="0"/>
          <a:effectRef idx="0"/>
          <a:fontRef idx="minor"/>
        </p:style>
        <p:txBody>
          <a:bodyPr lIns="90000" rIns="90000" tIns="-44640" bIns="-44640" anchor="t" anchorCtr="1">
            <a:noAutofit/>
          </a:bodyPr>
          <a:p>
            <a:endParaRPr b="0" lang="en-GB" sz="1800" spc="-1" strike="noStrike">
              <a:solidFill>
                <a:srgbClr val="ffffff"/>
              </a:solidFill>
              <a:latin typeface="Arial"/>
            </a:endParaRPr>
          </a:p>
        </p:txBody>
      </p:sp>
      <p:sp>
        <p:nvSpPr>
          <p:cNvPr id="305" name="Text 24"/>
          <p:cNvSpPr/>
          <p:nvPr/>
        </p:nvSpPr>
        <p:spPr>
          <a:xfrm>
            <a:off x="4763880" y="2435760"/>
            <a:ext cx="1828440" cy="273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050" spc="-1" strike="noStrike">
                <a:solidFill>
                  <a:srgbClr val="ffffff"/>
                </a:solidFill>
                <a:latin typeface="Calibri"/>
                <a:ea typeface="Calibri"/>
              </a:rPr>
              <a:t>1,000 / month</a:t>
            </a:r>
            <a:endParaRPr b="0" lang="en-GB" sz="1050" spc="-1" strike="noStrike">
              <a:solidFill>
                <a:srgbClr val="ffffff"/>
              </a:solidFill>
              <a:latin typeface="Arial"/>
            </a:endParaRPr>
          </a:p>
        </p:txBody>
      </p:sp>
      <p:sp>
        <p:nvSpPr>
          <p:cNvPr id="306" name="Text 25"/>
          <p:cNvSpPr/>
          <p:nvPr/>
        </p:nvSpPr>
        <p:spPr>
          <a:xfrm>
            <a:off x="4763880" y="2656440"/>
            <a:ext cx="1828440" cy="5025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900" spc="-1" strike="noStrike">
                <a:solidFill>
                  <a:srgbClr val="8fa3bf"/>
                </a:solidFill>
                <a:latin typeface="Calibri"/>
                <a:ea typeface="Calibri"/>
              </a:rPr>
              <a:t>Everything + DMCA tools + API access</a:t>
            </a:r>
            <a:endParaRPr b="0" lang="en-GB" sz="900" spc="-1" strike="noStrike">
              <a:solidFill>
                <a:srgbClr val="ffffff"/>
              </a:solidFill>
              <a:latin typeface="Arial"/>
            </a:endParaRPr>
          </a:p>
        </p:txBody>
      </p:sp>
      <p:sp>
        <p:nvSpPr>
          <p:cNvPr id="307" name="Shape 26"/>
          <p:cNvSpPr/>
          <p:nvPr/>
        </p:nvSpPr>
        <p:spPr>
          <a:xfrm>
            <a:off x="6849000" y="1097280"/>
            <a:ext cx="2011320" cy="2285640"/>
          </a:xfrm>
          <a:prstGeom prst="rect">
            <a:avLst/>
          </a:prstGeom>
          <a:solidFill>
            <a:srgbClr val="132035"/>
          </a:solidFill>
          <a:ln w="12700">
            <a:solidFill>
              <a:srgbClr val="e8c96a"/>
            </a:solidFill>
            <a:round/>
          </a:ln>
          <a:effectLst>
            <a:outerShdw algn="bl" blurRad="127080" dir="8100000" dist="50402" kx="0" ky="0" rotWithShape="0" sx="100000" sy="100000">
              <a:srgbClr val="000000">
                <a:alpha val="25000"/>
              </a:srgbClr>
            </a:outerShdw>
          </a:effectLst>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308" name="Text 27"/>
          <p:cNvSpPr/>
          <p:nvPr/>
        </p:nvSpPr>
        <p:spPr>
          <a:xfrm>
            <a:off x="6940440" y="1188720"/>
            <a:ext cx="1828440" cy="3470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ffffff"/>
                </a:solidFill>
                <a:latin typeface="Calibri"/>
                <a:ea typeface="Calibri"/>
              </a:rPr>
              <a:t>Business</a:t>
            </a:r>
            <a:endParaRPr b="0" lang="en-GB" sz="1400" spc="-1" strike="noStrike">
              <a:solidFill>
                <a:srgbClr val="ffffff"/>
              </a:solidFill>
              <a:latin typeface="Arial"/>
            </a:endParaRPr>
          </a:p>
        </p:txBody>
      </p:sp>
      <p:sp>
        <p:nvSpPr>
          <p:cNvPr id="309" name="Text 28"/>
          <p:cNvSpPr/>
          <p:nvPr/>
        </p:nvSpPr>
        <p:spPr>
          <a:xfrm>
            <a:off x="6940440" y="1572840"/>
            <a:ext cx="1828440" cy="5025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2800" spc="-1" strike="noStrike">
                <a:solidFill>
                  <a:srgbClr val="e8c96a"/>
                </a:solidFill>
                <a:latin typeface="Georgia"/>
                <a:ea typeface="Georgia"/>
              </a:rPr>
              <a:t>₹</a:t>
            </a:r>
            <a:r>
              <a:rPr b="1" lang="en-US" sz="2800" spc="-1" strike="noStrike">
                <a:solidFill>
                  <a:srgbClr val="e8c96a"/>
                </a:solidFill>
                <a:latin typeface="Georgia"/>
                <a:ea typeface="Georgia"/>
              </a:rPr>
              <a:t>4,999</a:t>
            </a:r>
            <a:endParaRPr b="0" lang="en-GB" sz="2800" spc="-1" strike="noStrike">
              <a:solidFill>
                <a:srgbClr val="ffffff"/>
              </a:solidFill>
              <a:latin typeface="Arial"/>
            </a:endParaRPr>
          </a:p>
        </p:txBody>
      </p:sp>
      <p:sp>
        <p:nvSpPr>
          <p:cNvPr id="310" name="Text 29"/>
          <p:cNvSpPr/>
          <p:nvPr/>
        </p:nvSpPr>
        <p:spPr>
          <a:xfrm>
            <a:off x="6940440" y="2075760"/>
            <a:ext cx="1828440" cy="2556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900" spc="-1" strike="noStrike">
                <a:solidFill>
                  <a:srgbClr val="8fa3bf"/>
                </a:solidFill>
                <a:latin typeface="Calibri"/>
                <a:ea typeface="Calibri"/>
              </a:rPr>
              <a:t>/month</a:t>
            </a:r>
            <a:endParaRPr b="0" lang="en-GB" sz="900" spc="-1" strike="noStrike">
              <a:solidFill>
                <a:srgbClr val="ffffff"/>
              </a:solidFill>
              <a:latin typeface="Arial"/>
            </a:endParaRPr>
          </a:p>
        </p:txBody>
      </p:sp>
      <p:sp>
        <p:nvSpPr>
          <p:cNvPr id="311" name="Shape 30"/>
          <p:cNvSpPr/>
          <p:nvPr/>
        </p:nvSpPr>
        <p:spPr>
          <a:xfrm>
            <a:off x="6985800" y="2349720"/>
            <a:ext cx="1737360" cy="360"/>
          </a:xfrm>
          <a:prstGeom prst="line">
            <a:avLst/>
          </a:prstGeom>
          <a:ln w="10160">
            <a:solidFill>
              <a:srgbClr val="162b52"/>
            </a:solidFill>
            <a:round/>
          </a:ln>
        </p:spPr>
        <p:style>
          <a:lnRef idx="0"/>
          <a:fillRef idx="0"/>
          <a:effectRef idx="0"/>
          <a:fontRef idx="minor"/>
        </p:style>
        <p:txBody>
          <a:bodyPr lIns="90000" rIns="90000" tIns="-44640" bIns="-44640" anchor="t" anchorCtr="1">
            <a:noAutofit/>
          </a:bodyPr>
          <a:p>
            <a:endParaRPr b="0" lang="en-GB" sz="1800" spc="-1" strike="noStrike">
              <a:solidFill>
                <a:srgbClr val="ffffff"/>
              </a:solidFill>
              <a:latin typeface="Arial"/>
            </a:endParaRPr>
          </a:p>
        </p:txBody>
      </p:sp>
      <p:sp>
        <p:nvSpPr>
          <p:cNvPr id="312" name="Text 31"/>
          <p:cNvSpPr/>
          <p:nvPr/>
        </p:nvSpPr>
        <p:spPr>
          <a:xfrm>
            <a:off x="6940440" y="2441520"/>
            <a:ext cx="1828440" cy="273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050" spc="-1" strike="noStrike">
                <a:solidFill>
                  <a:srgbClr val="ffffff"/>
                </a:solidFill>
                <a:latin typeface="Calibri"/>
                <a:ea typeface="Calibri"/>
              </a:rPr>
              <a:t>Unlimited</a:t>
            </a:r>
            <a:endParaRPr b="0" lang="en-GB" sz="1050" spc="-1" strike="noStrike">
              <a:solidFill>
                <a:srgbClr val="ffffff"/>
              </a:solidFill>
              <a:latin typeface="Arial"/>
            </a:endParaRPr>
          </a:p>
        </p:txBody>
      </p:sp>
      <p:sp>
        <p:nvSpPr>
          <p:cNvPr id="313" name="Text 32"/>
          <p:cNvSpPr/>
          <p:nvPr/>
        </p:nvSpPr>
        <p:spPr>
          <a:xfrm>
            <a:off x="6940440" y="2734200"/>
            <a:ext cx="1828440" cy="5025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900" spc="-1" strike="noStrike">
                <a:solidFill>
                  <a:srgbClr val="8fa3bf"/>
                </a:solidFill>
                <a:latin typeface="Calibri"/>
                <a:ea typeface="Calibri"/>
              </a:rPr>
              <a:t>Litigation Pack + Webhooks + Sub-users</a:t>
            </a:r>
            <a:endParaRPr b="0" lang="en-GB" sz="900" spc="-1" strike="noStrike">
              <a:solidFill>
                <a:srgbClr val="ffffff"/>
              </a:solidFill>
              <a:latin typeface="Arial"/>
            </a:endParaRPr>
          </a:p>
        </p:txBody>
      </p:sp>
      <p:sp>
        <p:nvSpPr>
          <p:cNvPr id="314" name="Shape 33"/>
          <p:cNvSpPr/>
          <p:nvPr/>
        </p:nvSpPr>
        <p:spPr>
          <a:xfrm>
            <a:off x="320040" y="3520440"/>
            <a:ext cx="8503560" cy="1416960"/>
          </a:xfrm>
          <a:prstGeom prst="rect">
            <a:avLst/>
          </a:prstGeom>
          <a:solidFill>
            <a:srgbClr val="132035"/>
          </a:solidFill>
          <a:ln w="12700">
            <a:solidFill>
              <a:srgbClr val="162b52"/>
            </a:solidFill>
            <a:round/>
          </a:ln>
          <a:effectLst>
            <a:outerShdw algn="bl" blurRad="127080" dir="8100000" dist="50402" kx="0" ky="0" rotWithShape="0" sx="100000" sy="100000">
              <a:srgbClr val="000000">
                <a:alpha val="25000"/>
              </a:srgbClr>
            </a:outerShdw>
          </a:effectLst>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315" name="Text 34"/>
          <p:cNvSpPr/>
          <p:nvPr/>
        </p:nvSpPr>
        <p:spPr>
          <a:xfrm>
            <a:off x="502920" y="3593520"/>
            <a:ext cx="3657240" cy="292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pc="-1" strike="noStrike">
                <a:solidFill>
                  <a:srgbClr val="c9a84c"/>
                </a:solidFill>
                <a:latin typeface="Calibri"/>
                <a:ea typeface="Calibri"/>
              </a:rPr>
              <a:t>The Market Opportunity</a:t>
            </a:r>
            <a:endParaRPr b="0" lang="en-GB" sz="1100" spc="-1" strike="noStrike">
              <a:solidFill>
                <a:srgbClr val="ffffff"/>
              </a:solidFill>
              <a:latin typeface="Arial"/>
            </a:endParaRPr>
          </a:p>
        </p:txBody>
      </p:sp>
      <p:sp>
        <p:nvSpPr>
          <p:cNvPr id="316" name="Text 35"/>
          <p:cNvSpPr/>
          <p:nvPr/>
        </p:nvSpPr>
        <p:spPr>
          <a:xfrm>
            <a:off x="548640" y="3913560"/>
            <a:ext cx="2559960" cy="4384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2200" spc="-1" strike="noStrike">
                <a:solidFill>
                  <a:srgbClr val="e8c96a"/>
                </a:solidFill>
                <a:latin typeface="Georgia"/>
                <a:ea typeface="Georgia"/>
              </a:rPr>
              <a:t>₹</a:t>
            </a:r>
            <a:r>
              <a:rPr b="1" lang="en-US" sz="2200" spc="-1" strike="noStrike">
                <a:solidFill>
                  <a:srgbClr val="e8c96a"/>
                </a:solidFill>
                <a:latin typeface="Georgia"/>
                <a:ea typeface="Georgia"/>
              </a:rPr>
              <a:t>25,000 Cr</a:t>
            </a:r>
            <a:endParaRPr b="0" lang="en-GB" sz="2200" spc="-1" strike="noStrike">
              <a:solidFill>
                <a:srgbClr val="ffffff"/>
              </a:solidFill>
              <a:latin typeface="Arial"/>
            </a:endParaRPr>
          </a:p>
        </p:txBody>
      </p:sp>
      <p:sp>
        <p:nvSpPr>
          <p:cNvPr id="317" name="Text 36"/>
          <p:cNvSpPr/>
          <p:nvPr/>
        </p:nvSpPr>
        <p:spPr>
          <a:xfrm>
            <a:off x="548640" y="4352400"/>
            <a:ext cx="2559960" cy="4752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900" spc="-1" strike="noStrike">
                <a:solidFill>
                  <a:srgbClr val="8fa3bf"/>
                </a:solidFill>
                <a:latin typeface="Calibri"/>
                <a:ea typeface="Calibri"/>
              </a:rPr>
              <a:t>Total Addressable Market</a:t>
            </a:r>
            <a:endParaRPr b="0" lang="en-GB" sz="900" spc="-1" strike="noStrike">
              <a:solidFill>
                <a:srgbClr val="ffffff"/>
              </a:solidFill>
              <a:latin typeface="Arial"/>
            </a:endParaRPr>
          </a:p>
          <a:p>
            <a:pPr algn="ctr" defTabSz="914400">
              <a:lnSpc>
                <a:spcPct val="100000"/>
              </a:lnSpc>
              <a:tabLst>
                <a:tab algn="l" pos="0"/>
              </a:tabLst>
            </a:pPr>
            <a:r>
              <a:rPr b="0" lang="en-US" sz="900" spc="-1" strike="noStrike">
                <a:solidFill>
                  <a:srgbClr val="8fa3bf"/>
                </a:solidFill>
                <a:latin typeface="Calibri"/>
                <a:ea typeface="Calibri"/>
              </a:rPr>
              <a:t>(50M creators × ₹499/mo)</a:t>
            </a:r>
            <a:endParaRPr b="0" lang="en-GB" sz="900" spc="-1" strike="noStrike">
              <a:solidFill>
                <a:srgbClr val="ffffff"/>
              </a:solidFill>
              <a:latin typeface="Arial"/>
            </a:endParaRPr>
          </a:p>
        </p:txBody>
      </p:sp>
      <p:sp>
        <p:nvSpPr>
          <p:cNvPr id="318" name="Shape 37"/>
          <p:cNvSpPr/>
          <p:nvPr/>
        </p:nvSpPr>
        <p:spPr>
          <a:xfrm>
            <a:off x="3154680" y="3931920"/>
            <a:ext cx="360" cy="822960"/>
          </a:xfrm>
          <a:prstGeom prst="line">
            <a:avLst/>
          </a:prstGeom>
          <a:ln w="12700">
            <a:solidFill>
              <a:srgbClr val="162b52"/>
            </a:solidFill>
            <a:round/>
          </a:ln>
        </p:spPr>
        <p:style>
          <a:lnRef idx="0"/>
          <a:fillRef idx="0"/>
          <a:effectRef idx="0"/>
          <a:fontRef idx="minor"/>
        </p:style>
        <p:txBody>
          <a:bodyPr lIns="90000" rIns="90000" tIns="45000" bIns="45000" anchor="t" anchorCtr="1">
            <a:noAutofit/>
          </a:bodyPr>
          <a:p>
            <a:endParaRPr b="0" lang="en-GB" sz="1800" spc="-1" strike="noStrike">
              <a:solidFill>
                <a:srgbClr val="ffffff"/>
              </a:solidFill>
              <a:latin typeface="Arial"/>
            </a:endParaRPr>
          </a:p>
        </p:txBody>
      </p:sp>
      <p:sp>
        <p:nvSpPr>
          <p:cNvPr id="319" name="Text 38"/>
          <p:cNvSpPr/>
          <p:nvPr/>
        </p:nvSpPr>
        <p:spPr>
          <a:xfrm>
            <a:off x="3383280" y="3913560"/>
            <a:ext cx="2559960" cy="4384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2200" spc="-1" strike="noStrike">
                <a:solidFill>
                  <a:srgbClr val="e8c96a"/>
                </a:solidFill>
                <a:latin typeface="Georgia"/>
                <a:ea typeface="Georgia"/>
              </a:rPr>
              <a:t>₹</a:t>
            </a:r>
            <a:r>
              <a:rPr b="1" lang="en-US" sz="2200" spc="-1" strike="noStrike">
                <a:solidFill>
                  <a:srgbClr val="e8c96a"/>
                </a:solidFill>
                <a:latin typeface="Georgia"/>
                <a:ea typeface="Georgia"/>
              </a:rPr>
              <a:t>2,500 Cr</a:t>
            </a:r>
            <a:endParaRPr b="0" lang="en-GB" sz="2200" spc="-1" strike="noStrike">
              <a:solidFill>
                <a:srgbClr val="ffffff"/>
              </a:solidFill>
              <a:latin typeface="Arial"/>
            </a:endParaRPr>
          </a:p>
        </p:txBody>
      </p:sp>
      <p:sp>
        <p:nvSpPr>
          <p:cNvPr id="320" name="Text 39"/>
          <p:cNvSpPr/>
          <p:nvPr/>
        </p:nvSpPr>
        <p:spPr>
          <a:xfrm>
            <a:off x="3383280" y="4352400"/>
            <a:ext cx="2559960" cy="4752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900" spc="-1" strike="noStrike">
                <a:solidFill>
                  <a:srgbClr val="8fa3bf"/>
                </a:solidFill>
                <a:latin typeface="Calibri"/>
                <a:ea typeface="Calibri"/>
              </a:rPr>
              <a:t>Serviceable Market</a:t>
            </a:r>
            <a:endParaRPr b="0" lang="en-GB" sz="900" spc="-1" strike="noStrike">
              <a:solidFill>
                <a:srgbClr val="ffffff"/>
              </a:solidFill>
              <a:latin typeface="Arial"/>
            </a:endParaRPr>
          </a:p>
          <a:p>
            <a:pPr algn="ctr" defTabSz="914400">
              <a:lnSpc>
                <a:spcPct val="100000"/>
              </a:lnSpc>
              <a:tabLst>
                <a:tab algn="l" pos="0"/>
              </a:tabLst>
            </a:pPr>
            <a:r>
              <a:rPr b="0" lang="en-US" sz="900" spc="-1" strike="noStrike">
                <a:solidFill>
                  <a:srgbClr val="8fa3bf"/>
                </a:solidFill>
                <a:latin typeface="Calibri"/>
                <a:ea typeface="Calibri"/>
              </a:rPr>
              <a:t>(5M active paid creators)</a:t>
            </a:r>
            <a:endParaRPr b="0" lang="en-GB" sz="900" spc="-1" strike="noStrike">
              <a:solidFill>
                <a:srgbClr val="ffffff"/>
              </a:solidFill>
              <a:latin typeface="Arial"/>
            </a:endParaRPr>
          </a:p>
        </p:txBody>
      </p:sp>
      <p:sp>
        <p:nvSpPr>
          <p:cNvPr id="321" name="Shape 40"/>
          <p:cNvSpPr/>
          <p:nvPr/>
        </p:nvSpPr>
        <p:spPr>
          <a:xfrm>
            <a:off x="5989320" y="3931920"/>
            <a:ext cx="360" cy="822960"/>
          </a:xfrm>
          <a:prstGeom prst="line">
            <a:avLst/>
          </a:prstGeom>
          <a:ln w="12700">
            <a:solidFill>
              <a:srgbClr val="162b52"/>
            </a:solidFill>
            <a:round/>
          </a:ln>
        </p:spPr>
        <p:style>
          <a:lnRef idx="0"/>
          <a:fillRef idx="0"/>
          <a:effectRef idx="0"/>
          <a:fontRef idx="minor"/>
        </p:style>
        <p:txBody>
          <a:bodyPr lIns="90000" rIns="90000" tIns="45000" bIns="45000" anchor="t" anchorCtr="1">
            <a:noAutofit/>
          </a:bodyPr>
          <a:p>
            <a:endParaRPr b="0" lang="en-GB" sz="1800" spc="-1" strike="noStrike">
              <a:solidFill>
                <a:srgbClr val="ffffff"/>
              </a:solidFill>
              <a:latin typeface="Arial"/>
            </a:endParaRPr>
          </a:p>
        </p:txBody>
      </p:sp>
      <p:sp>
        <p:nvSpPr>
          <p:cNvPr id="322" name="Text 41"/>
          <p:cNvSpPr/>
          <p:nvPr/>
        </p:nvSpPr>
        <p:spPr>
          <a:xfrm>
            <a:off x="6217920" y="3913560"/>
            <a:ext cx="2559960" cy="4384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2200" spc="-1" strike="noStrike">
                <a:solidFill>
                  <a:srgbClr val="2dd4ae"/>
                </a:solidFill>
                <a:latin typeface="Georgia"/>
                <a:ea typeface="Georgia"/>
              </a:rPr>
              <a:t>₹</a:t>
            </a:r>
            <a:r>
              <a:rPr b="1" lang="en-US" sz="2200" spc="-1" strike="noStrike">
                <a:solidFill>
                  <a:srgbClr val="2dd4ae"/>
                </a:solidFill>
                <a:latin typeface="Georgia"/>
                <a:ea typeface="Georgia"/>
              </a:rPr>
              <a:t>400 Cr</a:t>
            </a:r>
            <a:endParaRPr b="0" lang="en-GB" sz="2200" spc="-1" strike="noStrike">
              <a:solidFill>
                <a:srgbClr val="ffffff"/>
              </a:solidFill>
              <a:latin typeface="Arial"/>
            </a:endParaRPr>
          </a:p>
        </p:txBody>
      </p:sp>
      <p:sp>
        <p:nvSpPr>
          <p:cNvPr id="323" name="Text 42"/>
          <p:cNvSpPr/>
          <p:nvPr/>
        </p:nvSpPr>
        <p:spPr>
          <a:xfrm>
            <a:off x="6217920" y="4352400"/>
            <a:ext cx="2559960" cy="4752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900" spc="-1" strike="noStrike">
                <a:solidFill>
                  <a:srgbClr val="8fa3bf"/>
                </a:solidFill>
                <a:latin typeface="Calibri"/>
                <a:ea typeface="Calibri"/>
              </a:rPr>
              <a:t>Year 3 Target ARR</a:t>
            </a:r>
            <a:endParaRPr b="0" lang="en-GB" sz="900" spc="-1" strike="noStrike">
              <a:solidFill>
                <a:srgbClr val="ffffff"/>
              </a:solidFill>
              <a:latin typeface="Arial"/>
            </a:endParaRPr>
          </a:p>
          <a:p>
            <a:pPr algn="ctr" defTabSz="914400">
              <a:lnSpc>
                <a:spcPct val="100000"/>
              </a:lnSpc>
              <a:tabLst>
                <a:tab algn="l" pos="0"/>
              </a:tabLst>
            </a:pPr>
            <a:r>
              <a:rPr b="0" lang="en-US" sz="900" spc="-1" strike="noStrike">
                <a:solidFill>
                  <a:srgbClr val="8fa3bf"/>
                </a:solidFill>
                <a:latin typeface="Calibri"/>
                <a:ea typeface="Calibri"/>
              </a:rPr>
              <a:t>(500K users, mixed tiers)</a:t>
            </a:r>
            <a:endParaRPr b="0" lang="en-GB" sz="900" spc="-1" strike="noStrike">
              <a:solidFill>
                <a:srgbClr val="ffffff"/>
              </a:solidFill>
              <a:latin typeface="Arial"/>
            </a:endParaRPr>
          </a:p>
        </p:txBody>
      </p:sp>
      <p:sp>
        <p:nvSpPr>
          <p:cNvPr id="324" name="Shape 28"/>
          <p:cNvSpPr/>
          <p:nvPr/>
        </p:nvSpPr>
        <p:spPr>
          <a:xfrm>
            <a:off x="4829400" y="2350080"/>
            <a:ext cx="1737360" cy="360"/>
          </a:xfrm>
          <a:prstGeom prst="line">
            <a:avLst/>
          </a:prstGeom>
          <a:ln w="10160">
            <a:solidFill>
              <a:srgbClr val="162b52"/>
            </a:solidFill>
            <a:round/>
          </a:ln>
        </p:spPr>
        <p:style>
          <a:lnRef idx="0"/>
          <a:fillRef idx="0"/>
          <a:effectRef idx="0"/>
          <a:fontRef idx="minor"/>
        </p:style>
        <p:txBody>
          <a:bodyPr lIns="90000" rIns="90000" tIns="-44640" bIns="-44640" anchor="t" anchorCtr="1">
            <a:noAutofit/>
          </a:bodyPr>
          <a:p>
            <a:endParaRPr b="0" lang="en-GB" sz="18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a1628"/>
        </a:solidFill>
      </p:bgPr>
    </p:bg>
    <p:spTree>
      <p:nvGrpSpPr>
        <p:cNvPr id="1" name=""/>
        <p:cNvGrpSpPr/>
        <p:nvPr/>
      </p:nvGrpSpPr>
      <p:grpSpPr>
        <a:xfrm>
          <a:off x="0" y="0"/>
          <a:ext cx="0" cy="0"/>
          <a:chOff x="0" y="0"/>
          <a:chExt cx="0" cy="0"/>
        </a:xfrm>
      </p:grpSpPr>
      <p:sp>
        <p:nvSpPr>
          <p:cNvPr id="325" name="Shape 0"/>
          <p:cNvSpPr/>
          <p:nvPr/>
        </p:nvSpPr>
        <p:spPr>
          <a:xfrm>
            <a:off x="0" y="0"/>
            <a:ext cx="9143640" cy="54360"/>
          </a:xfrm>
          <a:prstGeom prst="rect">
            <a:avLst/>
          </a:prstGeom>
          <a:solidFill>
            <a:srgbClr val="c9a84c"/>
          </a:solidFill>
          <a:ln w="12700">
            <a:solidFill>
              <a:srgbClr val="c9a84c"/>
            </a:solidFill>
            <a:round/>
          </a:ln>
        </p:spPr>
        <p:style>
          <a:lnRef idx="0"/>
          <a:fillRef idx="0"/>
          <a:effectRef idx="0"/>
          <a:fontRef idx="minor"/>
        </p:style>
        <p:txBody>
          <a:bodyPr lIns="90000" rIns="90000" tIns="9720" bIns="9720" anchor="t">
            <a:noAutofit/>
          </a:bodyPr>
          <a:p>
            <a:endParaRPr b="0" lang="en-GB" sz="1800" spc="-1" strike="noStrike">
              <a:solidFill>
                <a:srgbClr val="000000"/>
              </a:solidFill>
              <a:latin typeface="Arial"/>
            </a:endParaRPr>
          </a:p>
        </p:txBody>
      </p:sp>
      <p:sp>
        <p:nvSpPr>
          <p:cNvPr id="326" name="Text 1"/>
          <p:cNvSpPr/>
          <p:nvPr/>
        </p:nvSpPr>
        <p:spPr>
          <a:xfrm>
            <a:off x="457200" y="182880"/>
            <a:ext cx="822924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00" spc="398" strike="noStrike">
                <a:solidFill>
                  <a:srgbClr val="c9a84c"/>
                </a:solidFill>
                <a:latin typeface="Calibri"/>
                <a:ea typeface="Calibri"/>
              </a:rPr>
              <a:t>WHAT WE'VE BUILT</a:t>
            </a:r>
            <a:endParaRPr b="0" lang="en-GB" sz="1000" spc="-1" strike="noStrike">
              <a:solidFill>
                <a:srgbClr val="ffffff"/>
              </a:solidFill>
              <a:latin typeface="Arial"/>
            </a:endParaRPr>
          </a:p>
        </p:txBody>
      </p:sp>
      <p:sp>
        <p:nvSpPr>
          <p:cNvPr id="327" name="Text 2"/>
          <p:cNvSpPr/>
          <p:nvPr/>
        </p:nvSpPr>
        <p:spPr>
          <a:xfrm>
            <a:off x="457200" y="567000"/>
            <a:ext cx="8229240" cy="411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200" spc="-1" strike="noStrike">
                <a:solidFill>
                  <a:srgbClr val="ffffff"/>
                </a:solidFill>
                <a:latin typeface="Georgia"/>
                <a:ea typeface="Georgia"/>
              </a:rPr>
              <a:t>A full working product. Not a prototype.</a:t>
            </a:r>
            <a:endParaRPr b="0" lang="en-GB" sz="2200" spc="-1" strike="noStrike">
              <a:solidFill>
                <a:srgbClr val="ffffff"/>
              </a:solidFill>
              <a:latin typeface="Arial"/>
            </a:endParaRPr>
          </a:p>
        </p:txBody>
      </p:sp>
      <p:sp>
        <p:nvSpPr>
          <p:cNvPr id="328" name="Shape 3"/>
          <p:cNvSpPr/>
          <p:nvPr/>
        </p:nvSpPr>
        <p:spPr>
          <a:xfrm>
            <a:off x="320040" y="1097280"/>
            <a:ext cx="2742840" cy="3840120"/>
          </a:xfrm>
          <a:prstGeom prst="rect">
            <a:avLst/>
          </a:prstGeom>
          <a:solidFill>
            <a:srgbClr val="132035"/>
          </a:solidFill>
          <a:ln w="12700">
            <a:solidFill>
              <a:srgbClr val="162b52"/>
            </a:solidFill>
            <a:round/>
          </a:ln>
          <a:effectLst>
            <a:outerShdw algn="bl" blurRad="127080" dir="8100000" dist="50402" kx="0" ky="0" rotWithShape="0" sx="100000" sy="100000">
              <a:srgbClr val="000000">
                <a:alpha val="25000"/>
              </a:srgbClr>
            </a:outerShdw>
          </a:effectLst>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329" name="Shape 4"/>
          <p:cNvSpPr/>
          <p:nvPr/>
        </p:nvSpPr>
        <p:spPr>
          <a:xfrm>
            <a:off x="320040" y="1097280"/>
            <a:ext cx="2742840" cy="54360"/>
          </a:xfrm>
          <a:prstGeom prst="rect">
            <a:avLst/>
          </a:prstGeom>
          <a:solidFill>
            <a:srgbClr val="c9a84c"/>
          </a:solidFill>
          <a:ln w="12700">
            <a:solidFill>
              <a:srgbClr val="c9a84c"/>
            </a:solidFill>
            <a:round/>
          </a:ln>
        </p:spPr>
        <p:style>
          <a:lnRef idx="0"/>
          <a:fillRef idx="0"/>
          <a:effectRef idx="0"/>
          <a:fontRef idx="minor"/>
        </p:style>
        <p:txBody>
          <a:bodyPr lIns="90000" rIns="90000" tIns="9720" bIns="9720" anchor="t">
            <a:noAutofit/>
          </a:bodyPr>
          <a:p>
            <a:endParaRPr b="0" lang="en-GB" sz="1800" spc="-1" strike="noStrike">
              <a:solidFill>
                <a:srgbClr val="000000"/>
              </a:solidFill>
              <a:latin typeface="Arial"/>
            </a:endParaRPr>
          </a:p>
        </p:txBody>
      </p:sp>
      <p:sp>
        <p:nvSpPr>
          <p:cNvPr id="330" name="Text 5"/>
          <p:cNvSpPr/>
          <p:nvPr/>
        </p:nvSpPr>
        <p:spPr>
          <a:xfrm>
            <a:off x="429840" y="1188720"/>
            <a:ext cx="2523240" cy="347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1" strike="noStrike">
                <a:solidFill>
                  <a:srgbClr val="c9a84c"/>
                </a:solidFill>
                <a:latin typeface="Calibri"/>
                <a:ea typeface="Calibri"/>
              </a:rPr>
              <a:t>Product &amp; UX</a:t>
            </a:r>
            <a:endParaRPr b="0" lang="en-GB" sz="1200" spc="-1" strike="noStrike">
              <a:solidFill>
                <a:srgbClr val="ffffff"/>
              </a:solidFill>
              <a:latin typeface="Arial"/>
            </a:endParaRPr>
          </a:p>
        </p:txBody>
      </p:sp>
      <p:sp>
        <p:nvSpPr>
          <p:cNvPr id="331" name="Text 6"/>
          <p:cNvSpPr/>
          <p:nvPr/>
        </p:nvSpPr>
        <p:spPr>
          <a:xfrm>
            <a:off x="429840" y="1627560"/>
            <a:ext cx="2523240" cy="3200040"/>
          </a:xfrm>
          <a:prstGeom prst="rect">
            <a:avLst/>
          </a:prstGeom>
          <a:noFill/>
          <a:ln w="0">
            <a:noFill/>
          </a:ln>
        </p:spPr>
        <p:style>
          <a:lnRef idx="0"/>
          <a:fillRef idx="0"/>
          <a:effectRef idx="0"/>
          <a:fontRef idx="minor"/>
        </p:style>
        <p:txBody>
          <a:bodyPr lIns="0" rIns="0" tIns="0" bIns="0" anchor="ctr">
            <a:noAutofit/>
          </a:bodyPr>
          <a:p>
            <a:pPr defTabSz="914400">
              <a:lnSpc>
                <a:spcPct val="100000"/>
              </a:lnSpc>
              <a:spcAft>
                <a:spcPts val="300"/>
              </a:spcAft>
              <a:tabLst>
                <a:tab algn="l" pos="0"/>
              </a:tabLst>
            </a:pPr>
            <a:r>
              <a:rPr b="0" lang="en-US" sz="1050" spc="-1" strike="noStrike">
                <a:solidFill>
                  <a:srgbClr val="ffffff"/>
                </a:solidFill>
                <a:latin typeface="Calibri"/>
                <a:ea typeface="Calibri"/>
              </a:rPr>
              <a:t>✓  </a:t>
            </a:r>
            <a:r>
              <a:rPr b="0" lang="en-US" sz="1050" spc="-1" strike="noStrike">
                <a:solidFill>
                  <a:srgbClr val="ffffff"/>
                </a:solidFill>
                <a:latin typeface="Calibri"/>
                <a:ea typeface="Calibri"/>
              </a:rPr>
              <a:t>Full web application</a:t>
            </a:r>
            <a:endParaRPr b="0" lang="en-GB" sz="1050" spc="-1" strike="noStrike">
              <a:solidFill>
                <a:srgbClr val="ffffff"/>
              </a:solidFill>
              <a:latin typeface="Arial"/>
            </a:endParaRPr>
          </a:p>
          <a:p>
            <a:pPr defTabSz="914400">
              <a:lnSpc>
                <a:spcPct val="100000"/>
              </a:lnSpc>
              <a:spcAft>
                <a:spcPts val="300"/>
              </a:spcAft>
              <a:tabLst>
                <a:tab algn="l" pos="0"/>
              </a:tabLst>
            </a:pPr>
            <a:r>
              <a:rPr b="0" lang="en-US" sz="1050" spc="-1" strike="noStrike">
                <a:solidFill>
                  <a:srgbClr val="ffffff"/>
                </a:solidFill>
                <a:latin typeface="Calibri"/>
                <a:ea typeface="Calibri"/>
              </a:rPr>
              <a:t>✓  </a:t>
            </a:r>
            <a:r>
              <a:rPr b="0" lang="en-US" sz="1050" spc="-1" strike="noStrike">
                <a:solidFill>
                  <a:srgbClr val="ffffff"/>
                </a:solidFill>
                <a:latin typeface="Calibri"/>
                <a:ea typeface="Calibri"/>
              </a:rPr>
              <a:t>Dashboard, Stamp, Verify, Monitor</a:t>
            </a:r>
            <a:endParaRPr b="0" lang="en-GB" sz="1050" spc="-1" strike="noStrike">
              <a:solidFill>
                <a:srgbClr val="ffffff"/>
              </a:solidFill>
              <a:latin typeface="Arial"/>
            </a:endParaRPr>
          </a:p>
          <a:p>
            <a:pPr defTabSz="914400">
              <a:lnSpc>
                <a:spcPct val="100000"/>
              </a:lnSpc>
              <a:spcAft>
                <a:spcPts val="300"/>
              </a:spcAft>
              <a:tabLst>
                <a:tab algn="l" pos="0"/>
              </a:tabLst>
            </a:pPr>
            <a:r>
              <a:rPr b="0" lang="en-US" sz="1050" spc="-1" strike="noStrike">
                <a:solidFill>
                  <a:srgbClr val="ffffff"/>
                </a:solidFill>
                <a:latin typeface="Calibri"/>
                <a:ea typeface="Calibri"/>
              </a:rPr>
              <a:t>✓  </a:t>
            </a:r>
            <a:r>
              <a:rPr b="0" lang="en-US" sz="1050" spc="-1" strike="noStrike">
                <a:solidFill>
                  <a:srgbClr val="ffffff"/>
                </a:solidFill>
                <a:latin typeface="Calibri"/>
                <a:ea typeface="Calibri"/>
              </a:rPr>
              <a:t>Public Proof Passport pages</a:t>
            </a:r>
            <a:endParaRPr b="0" lang="en-GB" sz="1050" spc="-1" strike="noStrike">
              <a:solidFill>
                <a:srgbClr val="ffffff"/>
              </a:solidFill>
              <a:latin typeface="Arial"/>
            </a:endParaRPr>
          </a:p>
          <a:p>
            <a:pPr defTabSz="914400">
              <a:lnSpc>
                <a:spcPct val="100000"/>
              </a:lnSpc>
              <a:spcAft>
                <a:spcPts val="300"/>
              </a:spcAft>
              <a:tabLst>
                <a:tab algn="l" pos="0"/>
              </a:tabLst>
            </a:pPr>
            <a:r>
              <a:rPr b="0" lang="en-US" sz="1050" spc="-1" strike="noStrike">
                <a:solidFill>
                  <a:srgbClr val="ffffff"/>
                </a:solidFill>
                <a:latin typeface="Calibri"/>
                <a:ea typeface="Calibri"/>
              </a:rPr>
              <a:t>✓  </a:t>
            </a:r>
            <a:r>
              <a:rPr b="0" lang="en-US" sz="1050" spc="-1" strike="noStrike">
                <a:solidFill>
                  <a:srgbClr val="ffffff"/>
                </a:solidFill>
                <a:latin typeface="Calibri"/>
                <a:ea typeface="Calibri"/>
              </a:rPr>
              <a:t>DMCA Takedown workflow</a:t>
            </a:r>
            <a:endParaRPr b="0" lang="en-GB" sz="1050" spc="-1" strike="noStrike">
              <a:solidFill>
                <a:srgbClr val="ffffff"/>
              </a:solidFill>
              <a:latin typeface="Arial"/>
            </a:endParaRPr>
          </a:p>
          <a:p>
            <a:pPr defTabSz="914400">
              <a:lnSpc>
                <a:spcPct val="100000"/>
              </a:lnSpc>
              <a:spcAft>
                <a:spcPts val="300"/>
              </a:spcAft>
              <a:tabLst>
                <a:tab algn="l" pos="0"/>
              </a:tabLst>
            </a:pPr>
            <a:r>
              <a:rPr b="0" lang="en-US" sz="1050" spc="-1" strike="noStrike">
                <a:solidFill>
                  <a:srgbClr val="ffffff"/>
                </a:solidFill>
                <a:latin typeface="Calibri"/>
                <a:ea typeface="Calibri"/>
              </a:rPr>
              <a:t>✓  </a:t>
            </a:r>
            <a:r>
              <a:rPr b="0" lang="en-US" sz="1050" spc="-1" strike="noStrike">
                <a:solidFill>
                  <a:srgbClr val="ffffff"/>
                </a:solidFill>
                <a:latin typeface="Calibri"/>
                <a:ea typeface="Calibri"/>
              </a:rPr>
              <a:t>Bulk upload (20 files at once)</a:t>
            </a:r>
            <a:endParaRPr b="0" lang="en-GB" sz="1050" spc="-1" strike="noStrike">
              <a:solidFill>
                <a:srgbClr val="ffffff"/>
              </a:solidFill>
              <a:latin typeface="Arial"/>
            </a:endParaRPr>
          </a:p>
          <a:p>
            <a:pPr defTabSz="914400">
              <a:lnSpc>
                <a:spcPct val="100000"/>
              </a:lnSpc>
              <a:spcAft>
                <a:spcPts val="300"/>
              </a:spcAft>
              <a:tabLst>
                <a:tab algn="l" pos="0"/>
              </a:tabLst>
            </a:pPr>
            <a:r>
              <a:rPr b="0" lang="en-US" sz="1050" spc="-1" strike="noStrike">
                <a:solidFill>
                  <a:srgbClr val="ffffff"/>
                </a:solidFill>
                <a:latin typeface="Calibri"/>
                <a:ea typeface="Calibri"/>
              </a:rPr>
              <a:t>✓  </a:t>
            </a:r>
            <a:r>
              <a:rPr b="0" lang="en-US" sz="1050" spc="-1" strike="noStrike">
                <a:solidFill>
                  <a:srgbClr val="ffffff"/>
                </a:solidFill>
                <a:latin typeface="Calibri"/>
                <a:ea typeface="Calibri"/>
              </a:rPr>
              <a:t>Embeddable verification badge</a:t>
            </a:r>
            <a:endParaRPr b="0" lang="en-GB" sz="1050" spc="-1" strike="noStrike">
              <a:solidFill>
                <a:srgbClr val="ffffff"/>
              </a:solidFill>
              <a:latin typeface="Arial"/>
            </a:endParaRPr>
          </a:p>
          <a:p>
            <a:pPr defTabSz="914400">
              <a:lnSpc>
                <a:spcPct val="100000"/>
              </a:lnSpc>
              <a:spcAft>
                <a:spcPts val="300"/>
              </a:spcAft>
              <a:tabLst>
                <a:tab algn="l" pos="0"/>
              </a:tabLst>
            </a:pPr>
            <a:r>
              <a:rPr b="0" lang="en-US" sz="1050" spc="-1" strike="noStrike">
                <a:solidFill>
                  <a:srgbClr val="ffffff"/>
                </a:solidFill>
                <a:latin typeface="Calibri"/>
                <a:ea typeface="Calibri"/>
              </a:rPr>
              <a:t>✓  </a:t>
            </a:r>
            <a:r>
              <a:rPr b="0" lang="en-US" sz="1050" spc="-1" strike="noStrike">
                <a:solidFill>
                  <a:srgbClr val="ffffff"/>
                </a:solidFill>
                <a:latin typeface="Calibri"/>
                <a:ea typeface="Calibri"/>
              </a:rPr>
              <a:t>AI training opt-out registry</a:t>
            </a:r>
            <a:endParaRPr b="0" lang="en-GB" sz="1050" spc="-1" strike="noStrike">
              <a:solidFill>
                <a:srgbClr val="ffffff"/>
              </a:solidFill>
              <a:latin typeface="Arial"/>
            </a:endParaRPr>
          </a:p>
        </p:txBody>
      </p:sp>
      <p:sp>
        <p:nvSpPr>
          <p:cNvPr id="332" name="Shape 7"/>
          <p:cNvSpPr/>
          <p:nvPr/>
        </p:nvSpPr>
        <p:spPr>
          <a:xfrm>
            <a:off x="3227760" y="1097280"/>
            <a:ext cx="2742840" cy="3840120"/>
          </a:xfrm>
          <a:prstGeom prst="rect">
            <a:avLst/>
          </a:prstGeom>
          <a:solidFill>
            <a:srgbClr val="132035"/>
          </a:solidFill>
          <a:ln w="12700">
            <a:solidFill>
              <a:srgbClr val="162b52"/>
            </a:solidFill>
            <a:round/>
          </a:ln>
          <a:effectLst>
            <a:outerShdw algn="bl" blurRad="127080" dir="8100000" dist="50402" kx="0" ky="0" rotWithShape="0" sx="100000" sy="100000">
              <a:srgbClr val="000000">
                <a:alpha val="25000"/>
              </a:srgbClr>
            </a:outerShdw>
          </a:effectLst>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333" name="Shape 8"/>
          <p:cNvSpPr/>
          <p:nvPr/>
        </p:nvSpPr>
        <p:spPr>
          <a:xfrm>
            <a:off x="3227760" y="1097280"/>
            <a:ext cx="2742840" cy="54360"/>
          </a:xfrm>
          <a:prstGeom prst="rect">
            <a:avLst/>
          </a:prstGeom>
          <a:solidFill>
            <a:srgbClr val="2dd4ae"/>
          </a:solidFill>
          <a:ln w="12700">
            <a:solidFill>
              <a:srgbClr val="2dd4ae"/>
            </a:solidFill>
            <a:round/>
          </a:ln>
        </p:spPr>
        <p:style>
          <a:lnRef idx="0"/>
          <a:fillRef idx="0"/>
          <a:effectRef idx="0"/>
          <a:fontRef idx="minor"/>
        </p:style>
        <p:txBody>
          <a:bodyPr lIns="90000" rIns="90000" tIns="9720" bIns="9720" anchor="t">
            <a:noAutofit/>
          </a:bodyPr>
          <a:p>
            <a:endParaRPr b="0" lang="en-GB" sz="1800" spc="-1" strike="noStrike">
              <a:solidFill>
                <a:srgbClr val="000000"/>
              </a:solidFill>
              <a:latin typeface="Arial"/>
            </a:endParaRPr>
          </a:p>
        </p:txBody>
      </p:sp>
      <p:sp>
        <p:nvSpPr>
          <p:cNvPr id="334" name="Text 9"/>
          <p:cNvSpPr/>
          <p:nvPr/>
        </p:nvSpPr>
        <p:spPr>
          <a:xfrm>
            <a:off x="3337560" y="1188720"/>
            <a:ext cx="2523240" cy="347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1" strike="noStrike">
                <a:solidFill>
                  <a:srgbClr val="2dd4ae"/>
                </a:solidFill>
                <a:latin typeface="Calibri"/>
                <a:ea typeface="Calibri"/>
              </a:rPr>
              <a:t>Cryptographic Engine</a:t>
            </a:r>
            <a:endParaRPr b="0" lang="en-GB" sz="1200" spc="-1" strike="noStrike">
              <a:solidFill>
                <a:srgbClr val="ffffff"/>
              </a:solidFill>
              <a:latin typeface="Arial"/>
            </a:endParaRPr>
          </a:p>
        </p:txBody>
      </p:sp>
      <p:sp>
        <p:nvSpPr>
          <p:cNvPr id="335" name="Text 10"/>
          <p:cNvSpPr/>
          <p:nvPr/>
        </p:nvSpPr>
        <p:spPr>
          <a:xfrm>
            <a:off x="3337560" y="1627560"/>
            <a:ext cx="2523240" cy="3200040"/>
          </a:xfrm>
          <a:prstGeom prst="rect">
            <a:avLst/>
          </a:prstGeom>
          <a:noFill/>
          <a:ln w="0">
            <a:noFill/>
          </a:ln>
        </p:spPr>
        <p:style>
          <a:lnRef idx="0"/>
          <a:fillRef idx="0"/>
          <a:effectRef idx="0"/>
          <a:fontRef idx="minor"/>
        </p:style>
        <p:txBody>
          <a:bodyPr lIns="0" rIns="0" tIns="0" bIns="0" anchor="ctr">
            <a:noAutofit/>
          </a:bodyPr>
          <a:p>
            <a:pPr defTabSz="914400">
              <a:lnSpc>
                <a:spcPct val="100000"/>
              </a:lnSpc>
              <a:spcAft>
                <a:spcPts val="300"/>
              </a:spcAft>
              <a:tabLst>
                <a:tab algn="l" pos="0"/>
              </a:tabLst>
            </a:pPr>
            <a:r>
              <a:rPr b="0" lang="en-US" sz="1050" spc="-1" strike="noStrike">
                <a:solidFill>
                  <a:srgbClr val="ffffff"/>
                </a:solidFill>
                <a:latin typeface="Calibri"/>
                <a:ea typeface="Calibri"/>
              </a:rPr>
              <a:t>✓  </a:t>
            </a:r>
            <a:r>
              <a:rPr b="0" lang="en-US" sz="1050" spc="-1" strike="noStrike">
                <a:solidFill>
                  <a:srgbClr val="ffffff"/>
                </a:solidFill>
                <a:latin typeface="Calibri"/>
                <a:ea typeface="Calibri"/>
              </a:rPr>
              <a:t>SHA-256 content fingerprinting</a:t>
            </a:r>
            <a:endParaRPr b="0" lang="en-GB" sz="1050" spc="-1" strike="noStrike">
              <a:solidFill>
                <a:srgbClr val="ffffff"/>
              </a:solidFill>
              <a:latin typeface="Arial"/>
            </a:endParaRPr>
          </a:p>
          <a:p>
            <a:pPr defTabSz="914400">
              <a:lnSpc>
                <a:spcPct val="100000"/>
              </a:lnSpc>
              <a:spcAft>
                <a:spcPts val="300"/>
              </a:spcAft>
              <a:tabLst>
                <a:tab algn="l" pos="0"/>
              </a:tabLst>
            </a:pPr>
            <a:r>
              <a:rPr b="0" lang="en-US" sz="1050" spc="-1" strike="noStrike">
                <a:solidFill>
                  <a:srgbClr val="ffffff"/>
                </a:solidFill>
                <a:latin typeface="Calibri"/>
                <a:ea typeface="Calibri"/>
              </a:rPr>
              <a:t>✓  </a:t>
            </a:r>
            <a:r>
              <a:rPr b="0" lang="en-US" sz="1050" spc="-1" strike="noStrike">
                <a:solidFill>
                  <a:srgbClr val="ffffff"/>
                </a:solidFill>
                <a:latin typeface="Calibri"/>
                <a:ea typeface="Calibri"/>
              </a:rPr>
              <a:t>RSA-2048 identity binding</a:t>
            </a:r>
            <a:endParaRPr b="0" lang="en-GB" sz="1050" spc="-1" strike="noStrike">
              <a:solidFill>
                <a:srgbClr val="ffffff"/>
              </a:solidFill>
              <a:latin typeface="Arial"/>
            </a:endParaRPr>
          </a:p>
          <a:p>
            <a:pPr defTabSz="914400">
              <a:lnSpc>
                <a:spcPct val="100000"/>
              </a:lnSpc>
              <a:spcAft>
                <a:spcPts val="300"/>
              </a:spcAft>
              <a:tabLst>
                <a:tab algn="l" pos="0"/>
              </a:tabLst>
            </a:pPr>
            <a:r>
              <a:rPr b="0" lang="en-US" sz="1050" spc="-1" strike="noStrike">
                <a:solidFill>
                  <a:srgbClr val="ffffff"/>
                </a:solidFill>
                <a:latin typeface="Calibri"/>
                <a:ea typeface="Calibri"/>
              </a:rPr>
              <a:t>✓  </a:t>
            </a:r>
            <a:r>
              <a:rPr b="0" lang="en-US" sz="1050" spc="-1" strike="noStrike">
                <a:solidFill>
                  <a:srgbClr val="ffffff"/>
                </a:solidFill>
                <a:latin typeface="Calibri"/>
                <a:ea typeface="Calibri"/>
              </a:rPr>
              <a:t>DWT-DCT invisible watermarking</a:t>
            </a:r>
            <a:endParaRPr b="0" lang="en-GB" sz="1050" spc="-1" strike="noStrike">
              <a:solidFill>
                <a:srgbClr val="ffffff"/>
              </a:solidFill>
              <a:latin typeface="Arial"/>
            </a:endParaRPr>
          </a:p>
          <a:p>
            <a:pPr defTabSz="914400">
              <a:lnSpc>
                <a:spcPct val="100000"/>
              </a:lnSpc>
              <a:spcAft>
                <a:spcPts val="300"/>
              </a:spcAft>
              <a:tabLst>
                <a:tab algn="l" pos="0"/>
              </a:tabLst>
            </a:pPr>
            <a:r>
              <a:rPr b="0" lang="en-US" sz="1050" spc="-1" strike="noStrike">
                <a:solidFill>
                  <a:srgbClr val="ffffff"/>
                </a:solidFill>
                <a:latin typeface="Calibri"/>
                <a:ea typeface="Calibri"/>
              </a:rPr>
              <a:t>✓  </a:t>
            </a:r>
            <a:r>
              <a:rPr b="0" lang="en-US" sz="1050" spc="-1" strike="noStrike">
                <a:solidFill>
                  <a:srgbClr val="ffffff"/>
                </a:solidFill>
                <a:latin typeface="Calibri"/>
                <a:ea typeface="Calibri"/>
              </a:rPr>
              <a:t>Perceptual hash matching (pHash)</a:t>
            </a:r>
            <a:endParaRPr b="0" lang="en-GB" sz="1050" spc="-1" strike="noStrike">
              <a:solidFill>
                <a:srgbClr val="ffffff"/>
              </a:solidFill>
              <a:latin typeface="Arial"/>
            </a:endParaRPr>
          </a:p>
          <a:p>
            <a:pPr defTabSz="914400">
              <a:lnSpc>
                <a:spcPct val="100000"/>
              </a:lnSpc>
              <a:spcAft>
                <a:spcPts val="300"/>
              </a:spcAft>
              <a:tabLst>
                <a:tab algn="l" pos="0"/>
              </a:tabLst>
            </a:pPr>
            <a:r>
              <a:rPr b="0" lang="en-US" sz="1050" spc="-1" strike="noStrike">
                <a:solidFill>
                  <a:srgbClr val="ffffff"/>
                </a:solidFill>
                <a:latin typeface="Calibri"/>
                <a:ea typeface="Calibri"/>
              </a:rPr>
              <a:t>✓  </a:t>
            </a:r>
            <a:r>
              <a:rPr b="0" lang="en-US" sz="1050" spc="-1" strike="noStrike">
                <a:solidFill>
                  <a:srgbClr val="ffffff"/>
                </a:solidFill>
                <a:latin typeface="Calibri"/>
                <a:ea typeface="Calibri"/>
              </a:rPr>
              <a:t>RFC 3161 TSA timestamping</a:t>
            </a:r>
            <a:endParaRPr b="0" lang="en-GB" sz="1050" spc="-1" strike="noStrike">
              <a:solidFill>
                <a:srgbClr val="ffffff"/>
              </a:solidFill>
              <a:latin typeface="Arial"/>
            </a:endParaRPr>
          </a:p>
          <a:p>
            <a:pPr defTabSz="914400">
              <a:lnSpc>
                <a:spcPct val="100000"/>
              </a:lnSpc>
              <a:spcAft>
                <a:spcPts val="300"/>
              </a:spcAft>
              <a:tabLst>
                <a:tab algn="l" pos="0"/>
              </a:tabLst>
            </a:pPr>
            <a:r>
              <a:rPr b="0" lang="en-US" sz="1050" spc="-1" strike="noStrike">
                <a:solidFill>
                  <a:srgbClr val="ffffff"/>
                </a:solidFill>
                <a:latin typeface="Calibri"/>
                <a:ea typeface="Calibri"/>
              </a:rPr>
              <a:t>✓  </a:t>
            </a:r>
            <a:r>
              <a:rPr b="0" lang="en-US" sz="1050" spc="-1" strike="noStrike">
                <a:solidFill>
                  <a:srgbClr val="ffffff"/>
                </a:solidFill>
                <a:latin typeface="Calibri"/>
                <a:ea typeface="Calibri"/>
              </a:rPr>
              <a:t>Tamper-evident audit log</a:t>
            </a:r>
            <a:endParaRPr b="0" lang="en-GB" sz="1050" spc="-1" strike="noStrike">
              <a:solidFill>
                <a:srgbClr val="ffffff"/>
              </a:solidFill>
              <a:latin typeface="Arial"/>
            </a:endParaRPr>
          </a:p>
          <a:p>
            <a:pPr defTabSz="914400">
              <a:lnSpc>
                <a:spcPct val="100000"/>
              </a:lnSpc>
              <a:spcAft>
                <a:spcPts val="300"/>
              </a:spcAft>
              <a:tabLst>
                <a:tab algn="l" pos="0"/>
              </a:tabLst>
            </a:pPr>
            <a:r>
              <a:rPr b="0" lang="en-US" sz="1050" spc="-1" strike="noStrike">
                <a:solidFill>
                  <a:srgbClr val="ffffff"/>
                </a:solidFill>
                <a:latin typeface="Calibri"/>
                <a:ea typeface="Calibri"/>
              </a:rPr>
              <a:t>✓  </a:t>
            </a:r>
            <a:r>
              <a:rPr b="0" lang="en-US" sz="1050" spc="-1" strike="noStrike">
                <a:solidFill>
                  <a:srgbClr val="ffffff"/>
                </a:solidFill>
                <a:latin typeface="Calibri"/>
                <a:ea typeface="Calibri"/>
              </a:rPr>
              <a:t>Platform signing key (/.well-known)</a:t>
            </a:r>
            <a:endParaRPr b="0" lang="en-GB" sz="1050" spc="-1" strike="noStrike">
              <a:solidFill>
                <a:srgbClr val="ffffff"/>
              </a:solidFill>
              <a:latin typeface="Arial"/>
            </a:endParaRPr>
          </a:p>
        </p:txBody>
      </p:sp>
      <p:sp>
        <p:nvSpPr>
          <p:cNvPr id="336" name="Shape 11"/>
          <p:cNvSpPr/>
          <p:nvPr/>
        </p:nvSpPr>
        <p:spPr>
          <a:xfrm>
            <a:off x="6135480" y="1097280"/>
            <a:ext cx="2742840" cy="3840120"/>
          </a:xfrm>
          <a:prstGeom prst="rect">
            <a:avLst/>
          </a:prstGeom>
          <a:solidFill>
            <a:srgbClr val="132035"/>
          </a:solidFill>
          <a:ln w="12700">
            <a:solidFill>
              <a:srgbClr val="162b52"/>
            </a:solidFill>
            <a:round/>
          </a:ln>
          <a:effectLst>
            <a:outerShdw algn="bl" blurRad="127080" dir="8100000" dist="50402" kx="0" ky="0" rotWithShape="0" sx="100000" sy="100000">
              <a:srgbClr val="000000">
                <a:alpha val="25000"/>
              </a:srgbClr>
            </a:outerShdw>
          </a:effectLst>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337" name="Shape 12"/>
          <p:cNvSpPr/>
          <p:nvPr/>
        </p:nvSpPr>
        <p:spPr>
          <a:xfrm>
            <a:off x="6135480" y="1097280"/>
            <a:ext cx="2742840" cy="54360"/>
          </a:xfrm>
          <a:prstGeom prst="rect">
            <a:avLst/>
          </a:prstGeom>
          <a:solidFill>
            <a:srgbClr val="e8c96a"/>
          </a:solidFill>
          <a:ln w="12700">
            <a:solidFill>
              <a:srgbClr val="e8c96a"/>
            </a:solidFill>
            <a:round/>
          </a:ln>
        </p:spPr>
        <p:style>
          <a:lnRef idx="0"/>
          <a:fillRef idx="0"/>
          <a:effectRef idx="0"/>
          <a:fontRef idx="minor"/>
        </p:style>
        <p:txBody>
          <a:bodyPr lIns="90000" rIns="90000" tIns="9720" bIns="9720" anchor="t">
            <a:noAutofit/>
          </a:bodyPr>
          <a:p>
            <a:endParaRPr b="0" lang="en-GB" sz="1800" spc="-1" strike="noStrike">
              <a:solidFill>
                <a:srgbClr val="000000"/>
              </a:solidFill>
              <a:latin typeface="Arial"/>
            </a:endParaRPr>
          </a:p>
        </p:txBody>
      </p:sp>
      <p:sp>
        <p:nvSpPr>
          <p:cNvPr id="338" name="Text 13"/>
          <p:cNvSpPr/>
          <p:nvPr/>
        </p:nvSpPr>
        <p:spPr>
          <a:xfrm>
            <a:off x="6245280" y="1188720"/>
            <a:ext cx="2523240" cy="347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1" strike="noStrike">
                <a:solidFill>
                  <a:srgbClr val="e8c96a"/>
                </a:solidFill>
                <a:latin typeface="Calibri"/>
                <a:ea typeface="Calibri"/>
              </a:rPr>
              <a:t>Legal Infrastructure</a:t>
            </a:r>
            <a:endParaRPr b="0" lang="en-GB" sz="1200" spc="-1" strike="noStrike">
              <a:solidFill>
                <a:srgbClr val="ffffff"/>
              </a:solidFill>
              <a:latin typeface="Arial"/>
            </a:endParaRPr>
          </a:p>
        </p:txBody>
      </p:sp>
      <p:sp>
        <p:nvSpPr>
          <p:cNvPr id="339" name="Text 14"/>
          <p:cNvSpPr/>
          <p:nvPr/>
        </p:nvSpPr>
        <p:spPr>
          <a:xfrm>
            <a:off x="6245280" y="1627560"/>
            <a:ext cx="2523240" cy="3200040"/>
          </a:xfrm>
          <a:prstGeom prst="rect">
            <a:avLst/>
          </a:prstGeom>
          <a:noFill/>
          <a:ln w="0">
            <a:noFill/>
          </a:ln>
        </p:spPr>
        <p:style>
          <a:lnRef idx="0"/>
          <a:fillRef idx="0"/>
          <a:effectRef idx="0"/>
          <a:fontRef idx="minor"/>
        </p:style>
        <p:txBody>
          <a:bodyPr lIns="0" rIns="0" tIns="0" bIns="0" anchor="ctr">
            <a:noAutofit/>
          </a:bodyPr>
          <a:p>
            <a:pPr defTabSz="914400">
              <a:lnSpc>
                <a:spcPct val="100000"/>
              </a:lnSpc>
              <a:spcAft>
                <a:spcPts val="300"/>
              </a:spcAft>
              <a:tabLst>
                <a:tab algn="l" pos="0"/>
              </a:tabLst>
            </a:pPr>
            <a:r>
              <a:rPr b="0" lang="en-US" sz="1050" spc="-1" strike="noStrike">
                <a:solidFill>
                  <a:srgbClr val="ffffff"/>
                </a:solidFill>
                <a:latin typeface="Calibri"/>
                <a:ea typeface="Calibri"/>
              </a:rPr>
              <a:t>✓  </a:t>
            </a:r>
            <a:r>
              <a:rPr b="0" lang="en-US" sz="1050" spc="-1" strike="noStrike">
                <a:solidFill>
                  <a:srgbClr val="ffffff"/>
                </a:solidFill>
                <a:latin typeface="Calibri"/>
                <a:ea typeface="Calibri"/>
              </a:rPr>
              <a:t>BSA 2023 Section 63 certificate</a:t>
            </a:r>
            <a:endParaRPr b="0" lang="en-GB" sz="1050" spc="-1" strike="noStrike">
              <a:solidFill>
                <a:srgbClr val="ffffff"/>
              </a:solidFill>
              <a:latin typeface="Arial"/>
            </a:endParaRPr>
          </a:p>
          <a:p>
            <a:pPr defTabSz="914400">
              <a:lnSpc>
                <a:spcPct val="100000"/>
              </a:lnSpc>
              <a:spcAft>
                <a:spcPts val="300"/>
              </a:spcAft>
              <a:tabLst>
                <a:tab algn="l" pos="0"/>
              </a:tabLst>
            </a:pPr>
            <a:r>
              <a:rPr b="0" lang="en-US" sz="1050" spc="-1" strike="noStrike">
                <a:solidFill>
                  <a:srgbClr val="ffffff"/>
                </a:solidFill>
                <a:latin typeface="Calibri"/>
                <a:ea typeface="Calibri"/>
              </a:rPr>
              <a:t>✓  </a:t>
            </a:r>
            <a:r>
              <a:rPr b="0" lang="en-US" sz="1050" spc="-1" strike="noStrike">
                <a:solidFill>
                  <a:srgbClr val="ffffff"/>
                </a:solidFill>
                <a:latin typeface="Calibri"/>
                <a:ea typeface="Calibri"/>
              </a:rPr>
              <a:t>Creator declaration (RSA-signed)</a:t>
            </a:r>
            <a:endParaRPr b="0" lang="en-GB" sz="1050" spc="-1" strike="noStrike">
              <a:solidFill>
                <a:srgbClr val="ffffff"/>
              </a:solidFill>
              <a:latin typeface="Arial"/>
            </a:endParaRPr>
          </a:p>
          <a:p>
            <a:pPr defTabSz="914400">
              <a:lnSpc>
                <a:spcPct val="100000"/>
              </a:lnSpc>
              <a:spcAft>
                <a:spcPts val="300"/>
              </a:spcAft>
              <a:tabLst>
                <a:tab algn="l" pos="0"/>
              </a:tabLst>
            </a:pPr>
            <a:r>
              <a:rPr b="0" lang="en-US" sz="1050" spc="-1" strike="noStrike">
                <a:solidFill>
                  <a:srgbClr val="ffffff"/>
                </a:solidFill>
                <a:latin typeface="Calibri"/>
                <a:ea typeface="Calibri"/>
              </a:rPr>
              <a:t>✓  </a:t>
            </a:r>
            <a:r>
              <a:rPr b="0" lang="en-US" sz="1050" spc="-1" strike="noStrike">
                <a:solidFill>
                  <a:srgbClr val="ffffff"/>
                </a:solidFill>
                <a:latin typeface="Calibri"/>
                <a:ea typeface="Calibri"/>
              </a:rPr>
              <a:t>Full Litigation Pack export</a:t>
            </a:r>
            <a:endParaRPr b="0" lang="en-GB" sz="1050" spc="-1" strike="noStrike">
              <a:solidFill>
                <a:srgbClr val="ffffff"/>
              </a:solidFill>
              <a:latin typeface="Arial"/>
            </a:endParaRPr>
          </a:p>
          <a:p>
            <a:pPr defTabSz="914400">
              <a:lnSpc>
                <a:spcPct val="100000"/>
              </a:lnSpc>
              <a:spcAft>
                <a:spcPts val="300"/>
              </a:spcAft>
              <a:tabLst>
                <a:tab algn="l" pos="0"/>
              </a:tabLst>
            </a:pPr>
            <a:r>
              <a:rPr b="0" lang="en-US" sz="1050" spc="-1" strike="noStrike">
                <a:solidFill>
                  <a:srgbClr val="ffffff"/>
                </a:solidFill>
                <a:latin typeface="Calibri"/>
                <a:ea typeface="Calibri"/>
              </a:rPr>
              <a:t>✓  </a:t>
            </a:r>
            <a:r>
              <a:rPr b="0" lang="en-US" sz="1050" spc="-1" strike="noStrike">
                <a:solidFill>
                  <a:srgbClr val="ffffff"/>
                </a:solidFill>
                <a:latin typeface="Calibri"/>
                <a:ea typeface="Calibri"/>
              </a:rPr>
              <a:t>IT Intermediary 2021 notices</a:t>
            </a:r>
            <a:endParaRPr b="0" lang="en-GB" sz="1050" spc="-1" strike="noStrike">
              <a:solidFill>
                <a:srgbClr val="ffffff"/>
              </a:solidFill>
              <a:latin typeface="Arial"/>
            </a:endParaRPr>
          </a:p>
          <a:p>
            <a:pPr defTabSz="914400">
              <a:lnSpc>
                <a:spcPct val="100000"/>
              </a:lnSpc>
              <a:spcAft>
                <a:spcPts val="300"/>
              </a:spcAft>
              <a:tabLst>
                <a:tab algn="l" pos="0"/>
              </a:tabLst>
            </a:pPr>
            <a:r>
              <a:rPr b="0" lang="en-US" sz="1050" spc="-1" strike="noStrike">
                <a:solidFill>
                  <a:srgbClr val="ffffff"/>
                </a:solidFill>
                <a:latin typeface="Calibri"/>
                <a:ea typeface="Calibri"/>
              </a:rPr>
              <a:t>✓  </a:t>
            </a:r>
            <a:r>
              <a:rPr b="0" lang="en-US" sz="1050" spc="-1" strike="noStrike">
                <a:solidFill>
                  <a:srgbClr val="ffffff"/>
                </a:solidFill>
                <a:latin typeface="Calibri"/>
                <a:ea typeface="Calibri"/>
              </a:rPr>
              <a:t>Chain of custody documentation</a:t>
            </a:r>
            <a:endParaRPr b="0" lang="en-GB" sz="1050" spc="-1" strike="noStrike">
              <a:solidFill>
                <a:srgbClr val="ffffff"/>
              </a:solidFill>
              <a:latin typeface="Arial"/>
            </a:endParaRPr>
          </a:p>
          <a:p>
            <a:pPr defTabSz="914400">
              <a:lnSpc>
                <a:spcPct val="100000"/>
              </a:lnSpc>
              <a:spcAft>
                <a:spcPts val="300"/>
              </a:spcAft>
              <a:tabLst>
                <a:tab algn="l" pos="0"/>
              </a:tabLst>
            </a:pPr>
            <a:r>
              <a:rPr b="0" lang="en-US" sz="1050" spc="-1" strike="noStrike">
                <a:solidFill>
                  <a:srgbClr val="ffffff"/>
                </a:solidFill>
                <a:latin typeface="Calibri"/>
                <a:ea typeface="Calibri"/>
              </a:rPr>
              <a:t>✓  </a:t>
            </a:r>
            <a:r>
              <a:rPr b="0" lang="en-US" sz="1050" spc="-1" strike="noStrike">
                <a:solidFill>
                  <a:srgbClr val="ffffff"/>
                </a:solidFill>
                <a:latin typeface="Calibri"/>
                <a:ea typeface="Calibri"/>
              </a:rPr>
              <a:t>C2PA manifest reading</a:t>
            </a:r>
            <a:endParaRPr b="0" lang="en-GB" sz="1050" spc="-1" strike="noStrike">
              <a:solidFill>
                <a:srgbClr val="ffffff"/>
              </a:solidFill>
              <a:latin typeface="Arial"/>
            </a:endParaRPr>
          </a:p>
          <a:p>
            <a:pPr defTabSz="914400">
              <a:lnSpc>
                <a:spcPct val="100000"/>
              </a:lnSpc>
              <a:spcAft>
                <a:spcPts val="300"/>
              </a:spcAft>
              <a:tabLst>
                <a:tab algn="l" pos="0"/>
              </a:tabLst>
            </a:pPr>
            <a:r>
              <a:rPr b="0" lang="en-US" sz="1050" spc="-1" strike="noStrike">
                <a:solidFill>
                  <a:srgbClr val="ffffff"/>
                </a:solidFill>
                <a:latin typeface="Calibri"/>
                <a:ea typeface="Calibri"/>
              </a:rPr>
              <a:t>✓  </a:t>
            </a:r>
            <a:r>
              <a:rPr b="0" lang="en-US" sz="1050" spc="-1" strike="noStrike">
                <a:solidFill>
                  <a:srgbClr val="ffffff"/>
                </a:solidFill>
                <a:latin typeface="Calibri"/>
                <a:ea typeface="Calibri"/>
              </a:rPr>
              <a:t>Counsel-ready evidence ZIP</a:t>
            </a:r>
            <a:endParaRPr b="0" lang="en-GB" sz="105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a1628"/>
        </a:solidFill>
      </p:bgPr>
    </p:bg>
    <p:spTree>
      <p:nvGrpSpPr>
        <p:cNvPr id="1" name=""/>
        <p:cNvGrpSpPr/>
        <p:nvPr/>
      </p:nvGrpSpPr>
      <p:grpSpPr>
        <a:xfrm>
          <a:off x="0" y="0"/>
          <a:ext cx="0" cy="0"/>
          <a:chOff x="0" y="0"/>
          <a:chExt cx="0" cy="0"/>
        </a:xfrm>
      </p:grpSpPr>
      <p:sp>
        <p:nvSpPr>
          <p:cNvPr id="340" name="Shape 0"/>
          <p:cNvSpPr/>
          <p:nvPr/>
        </p:nvSpPr>
        <p:spPr>
          <a:xfrm>
            <a:off x="0" y="0"/>
            <a:ext cx="360" cy="5143320"/>
          </a:xfrm>
          <a:prstGeom prst="line">
            <a:avLst/>
          </a:prstGeom>
          <a:ln w="6350">
            <a:solidFill>
              <a:srgbClr val="1a3060"/>
            </a:solidFill>
            <a:round/>
          </a:ln>
        </p:spPr>
        <p:style>
          <a:lnRef idx="0"/>
          <a:fillRef idx="0"/>
          <a:effectRef idx="0"/>
          <a:fontRef idx="minor"/>
        </p:style>
        <p:txBody>
          <a:bodyPr lIns="90000" rIns="90000" tIns="45000" bIns="45000" anchor="t" anchorCtr="1">
            <a:noAutofit/>
          </a:bodyPr>
          <a:p>
            <a:endParaRPr b="0" lang="en-GB" sz="1800" spc="-1" strike="noStrike">
              <a:solidFill>
                <a:srgbClr val="ffffff"/>
              </a:solidFill>
              <a:latin typeface="Arial"/>
            </a:endParaRPr>
          </a:p>
        </p:txBody>
      </p:sp>
      <p:sp>
        <p:nvSpPr>
          <p:cNvPr id="341" name="Shape 1"/>
          <p:cNvSpPr/>
          <p:nvPr/>
        </p:nvSpPr>
        <p:spPr>
          <a:xfrm>
            <a:off x="914400" y="0"/>
            <a:ext cx="360" cy="5143320"/>
          </a:xfrm>
          <a:prstGeom prst="line">
            <a:avLst/>
          </a:prstGeom>
          <a:ln w="6350">
            <a:solidFill>
              <a:srgbClr val="1a3060"/>
            </a:solidFill>
            <a:round/>
          </a:ln>
        </p:spPr>
        <p:style>
          <a:lnRef idx="0"/>
          <a:fillRef idx="0"/>
          <a:effectRef idx="0"/>
          <a:fontRef idx="minor"/>
        </p:style>
        <p:txBody>
          <a:bodyPr lIns="90000" rIns="90000" tIns="45000" bIns="45000" anchor="t" anchorCtr="1">
            <a:noAutofit/>
          </a:bodyPr>
          <a:p>
            <a:endParaRPr b="0" lang="en-GB" sz="1800" spc="-1" strike="noStrike">
              <a:solidFill>
                <a:srgbClr val="ffffff"/>
              </a:solidFill>
              <a:latin typeface="Arial"/>
            </a:endParaRPr>
          </a:p>
        </p:txBody>
      </p:sp>
      <p:sp>
        <p:nvSpPr>
          <p:cNvPr id="342" name="Shape 2"/>
          <p:cNvSpPr/>
          <p:nvPr/>
        </p:nvSpPr>
        <p:spPr>
          <a:xfrm>
            <a:off x="1828800" y="0"/>
            <a:ext cx="360" cy="5143320"/>
          </a:xfrm>
          <a:prstGeom prst="line">
            <a:avLst/>
          </a:prstGeom>
          <a:ln w="6350">
            <a:solidFill>
              <a:srgbClr val="1a3060"/>
            </a:solidFill>
            <a:round/>
          </a:ln>
        </p:spPr>
        <p:style>
          <a:lnRef idx="0"/>
          <a:fillRef idx="0"/>
          <a:effectRef idx="0"/>
          <a:fontRef idx="minor"/>
        </p:style>
        <p:txBody>
          <a:bodyPr lIns="90000" rIns="90000" tIns="45000" bIns="45000" anchor="t" anchorCtr="1">
            <a:noAutofit/>
          </a:bodyPr>
          <a:p>
            <a:endParaRPr b="0" lang="en-GB" sz="1800" spc="-1" strike="noStrike">
              <a:solidFill>
                <a:srgbClr val="ffffff"/>
              </a:solidFill>
              <a:latin typeface="Arial"/>
            </a:endParaRPr>
          </a:p>
        </p:txBody>
      </p:sp>
      <p:sp>
        <p:nvSpPr>
          <p:cNvPr id="343" name="Shape 3"/>
          <p:cNvSpPr/>
          <p:nvPr/>
        </p:nvSpPr>
        <p:spPr>
          <a:xfrm>
            <a:off x="2743200" y="0"/>
            <a:ext cx="360" cy="5143320"/>
          </a:xfrm>
          <a:prstGeom prst="line">
            <a:avLst/>
          </a:prstGeom>
          <a:ln w="6350">
            <a:solidFill>
              <a:srgbClr val="1a3060"/>
            </a:solidFill>
            <a:round/>
          </a:ln>
        </p:spPr>
        <p:style>
          <a:lnRef idx="0"/>
          <a:fillRef idx="0"/>
          <a:effectRef idx="0"/>
          <a:fontRef idx="minor"/>
        </p:style>
        <p:txBody>
          <a:bodyPr lIns="90000" rIns="90000" tIns="45000" bIns="45000" anchor="t" anchorCtr="1">
            <a:noAutofit/>
          </a:bodyPr>
          <a:p>
            <a:endParaRPr b="0" lang="en-GB" sz="1800" spc="-1" strike="noStrike">
              <a:solidFill>
                <a:srgbClr val="ffffff"/>
              </a:solidFill>
              <a:latin typeface="Arial"/>
            </a:endParaRPr>
          </a:p>
        </p:txBody>
      </p:sp>
      <p:sp>
        <p:nvSpPr>
          <p:cNvPr id="344" name="Shape 4"/>
          <p:cNvSpPr/>
          <p:nvPr/>
        </p:nvSpPr>
        <p:spPr>
          <a:xfrm>
            <a:off x="3657600" y="0"/>
            <a:ext cx="360" cy="5143320"/>
          </a:xfrm>
          <a:prstGeom prst="line">
            <a:avLst/>
          </a:prstGeom>
          <a:ln w="6350">
            <a:solidFill>
              <a:srgbClr val="1a3060"/>
            </a:solidFill>
            <a:round/>
          </a:ln>
        </p:spPr>
        <p:style>
          <a:lnRef idx="0"/>
          <a:fillRef idx="0"/>
          <a:effectRef idx="0"/>
          <a:fontRef idx="minor"/>
        </p:style>
        <p:txBody>
          <a:bodyPr lIns="90000" rIns="90000" tIns="45000" bIns="45000" anchor="t" anchorCtr="1">
            <a:noAutofit/>
          </a:bodyPr>
          <a:p>
            <a:endParaRPr b="0" lang="en-GB" sz="1800" spc="-1" strike="noStrike">
              <a:solidFill>
                <a:srgbClr val="ffffff"/>
              </a:solidFill>
              <a:latin typeface="Arial"/>
            </a:endParaRPr>
          </a:p>
        </p:txBody>
      </p:sp>
      <p:sp>
        <p:nvSpPr>
          <p:cNvPr id="345" name="Shape 5"/>
          <p:cNvSpPr/>
          <p:nvPr/>
        </p:nvSpPr>
        <p:spPr>
          <a:xfrm>
            <a:off x="4572000" y="0"/>
            <a:ext cx="360" cy="5143320"/>
          </a:xfrm>
          <a:prstGeom prst="line">
            <a:avLst/>
          </a:prstGeom>
          <a:ln w="6350">
            <a:solidFill>
              <a:srgbClr val="1a3060"/>
            </a:solidFill>
            <a:round/>
          </a:ln>
        </p:spPr>
        <p:style>
          <a:lnRef idx="0"/>
          <a:fillRef idx="0"/>
          <a:effectRef idx="0"/>
          <a:fontRef idx="minor"/>
        </p:style>
        <p:txBody>
          <a:bodyPr lIns="90000" rIns="90000" tIns="45000" bIns="45000" anchor="t" anchorCtr="1">
            <a:noAutofit/>
          </a:bodyPr>
          <a:p>
            <a:endParaRPr b="0" lang="en-GB" sz="1800" spc="-1" strike="noStrike">
              <a:solidFill>
                <a:srgbClr val="ffffff"/>
              </a:solidFill>
              <a:latin typeface="Arial"/>
            </a:endParaRPr>
          </a:p>
        </p:txBody>
      </p:sp>
      <p:sp>
        <p:nvSpPr>
          <p:cNvPr id="346" name="Shape 6"/>
          <p:cNvSpPr/>
          <p:nvPr/>
        </p:nvSpPr>
        <p:spPr>
          <a:xfrm>
            <a:off x="5486400" y="0"/>
            <a:ext cx="360" cy="5143320"/>
          </a:xfrm>
          <a:prstGeom prst="line">
            <a:avLst/>
          </a:prstGeom>
          <a:ln w="6350">
            <a:solidFill>
              <a:srgbClr val="1a3060"/>
            </a:solidFill>
            <a:round/>
          </a:ln>
        </p:spPr>
        <p:style>
          <a:lnRef idx="0"/>
          <a:fillRef idx="0"/>
          <a:effectRef idx="0"/>
          <a:fontRef idx="minor"/>
        </p:style>
        <p:txBody>
          <a:bodyPr lIns="90000" rIns="90000" tIns="45000" bIns="45000" anchor="t" anchorCtr="1">
            <a:noAutofit/>
          </a:bodyPr>
          <a:p>
            <a:endParaRPr b="0" lang="en-GB" sz="1800" spc="-1" strike="noStrike">
              <a:solidFill>
                <a:srgbClr val="ffffff"/>
              </a:solidFill>
              <a:latin typeface="Arial"/>
            </a:endParaRPr>
          </a:p>
        </p:txBody>
      </p:sp>
      <p:sp>
        <p:nvSpPr>
          <p:cNvPr id="347" name="Shape 7"/>
          <p:cNvSpPr/>
          <p:nvPr/>
        </p:nvSpPr>
        <p:spPr>
          <a:xfrm>
            <a:off x="6400800" y="0"/>
            <a:ext cx="360" cy="5143320"/>
          </a:xfrm>
          <a:prstGeom prst="line">
            <a:avLst/>
          </a:prstGeom>
          <a:ln w="6350">
            <a:solidFill>
              <a:srgbClr val="1a3060"/>
            </a:solidFill>
            <a:round/>
          </a:ln>
        </p:spPr>
        <p:style>
          <a:lnRef idx="0"/>
          <a:fillRef idx="0"/>
          <a:effectRef idx="0"/>
          <a:fontRef idx="minor"/>
        </p:style>
        <p:txBody>
          <a:bodyPr lIns="90000" rIns="90000" tIns="45000" bIns="45000" anchor="t" anchorCtr="1">
            <a:noAutofit/>
          </a:bodyPr>
          <a:p>
            <a:endParaRPr b="0" lang="en-GB" sz="1800" spc="-1" strike="noStrike">
              <a:solidFill>
                <a:srgbClr val="ffffff"/>
              </a:solidFill>
              <a:latin typeface="Arial"/>
            </a:endParaRPr>
          </a:p>
        </p:txBody>
      </p:sp>
      <p:sp>
        <p:nvSpPr>
          <p:cNvPr id="348" name="Shape 8"/>
          <p:cNvSpPr/>
          <p:nvPr/>
        </p:nvSpPr>
        <p:spPr>
          <a:xfrm>
            <a:off x="7315200" y="0"/>
            <a:ext cx="360" cy="5143320"/>
          </a:xfrm>
          <a:prstGeom prst="line">
            <a:avLst/>
          </a:prstGeom>
          <a:ln w="6350">
            <a:solidFill>
              <a:srgbClr val="1a3060"/>
            </a:solidFill>
            <a:round/>
          </a:ln>
        </p:spPr>
        <p:style>
          <a:lnRef idx="0"/>
          <a:fillRef idx="0"/>
          <a:effectRef idx="0"/>
          <a:fontRef idx="minor"/>
        </p:style>
        <p:txBody>
          <a:bodyPr lIns="90000" rIns="90000" tIns="45000" bIns="45000" anchor="t" anchorCtr="1">
            <a:noAutofit/>
          </a:bodyPr>
          <a:p>
            <a:endParaRPr b="0" lang="en-GB" sz="1800" spc="-1" strike="noStrike">
              <a:solidFill>
                <a:srgbClr val="ffffff"/>
              </a:solidFill>
              <a:latin typeface="Arial"/>
            </a:endParaRPr>
          </a:p>
        </p:txBody>
      </p:sp>
      <p:sp>
        <p:nvSpPr>
          <p:cNvPr id="349" name="Shape 9"/>
          <p:cNvSpPr/>
          <p:nvPr/>
        </p:nvSpPr>
        <p:spPr>
          <a:xfrm>
            <a:off x="8229600" y="0"/>
            <a:ext cx="360" cy="5143320"/>
          </a:xfrm>
          <a:prstGeom prst="line">
            <a:avLst/>
          </a:prstGeom>
          <a:ln w="6350">
            <a:solidFill>
              <a:srgbClr val="1a3060"/>
            </a:solidFill>
            <a:round/>
          </a:ln>
        </p:spPr>
        <p:style>
          <a:lnRef idx="0"/>
          <a:fillRef idx="0"/>
          <a:effectRef idx="0"/>
          <a:fontRef idx="minor"/>
        </p:style>
        <p:txBody>
          <a:bodyPr lIns="90000" rIns="90000" tIns="45000" bIns="45000" anchor="t" anchorCtr="1">
            <a:noAutofit/>
          </a:bodyPr>
          <a:p>
            <a:endParaRPr b="0" lang="en-GB" sz="1800" spc="-1" strike="noStrike">
              <a:solidFill>
                <a:srgbClr val="ffffff"/>
              </a:solidFill>
              <a:latin typeface="Arial"/>
            </a:endParaRPr>
          </a:p>
        </p:txBody>
      </p:sp>
      <p:sp>
        <p:nvSpPr>
          <p:cNvPr id="350" name="Shape 10"/>
          <p:cNvSpPr/>
          <p:nvPr/>
        </p:nvSpPr>
        <p:spPr>
          <a:xfrm>
            <a:off x="9144000" y="0"/>
            <a:ext cx="360" cy="5143320"/>
          </a:xfrm>
          <a:prstGeom prst="line">
            <a:avLst/>
          </a:prstGeom>
          <a:ln w="6350">
            <a:solidFill>
              <a:srgbClr val="1a3060"/>
            </a:solidFill>
            <a:round/>
          </a:ln>
        </p:spPr>
        <p:style>
          <a:lnRef idx="0"/>
          <a:fillRef idx="0"/>
          <a:effectRef idx="0"/>
          <a:fontRef idx="minor"/>
        </p:style>
        <p:txBody>
          <a:bodyPr lIns="90000" rIns="90000" tIns="45000" bIns="45000" anchor="t" anchorCtr="1">
            <a:noAutofit/>
          </a:bodyPr>
          <a:p>
            <a:endParaRPr b="0" lang="en-GB" sz="1800" spc="-1" strike="noStrike">
              <a:solidFill>
                <a:srgbClr val="ffffff"/>
              </a:solidFill>
              <a:latin typeface="Arial"/>
            </a:endParaRPr>
          </a:p>
        </p:txBody>
      </p:sp>
      <p:sp>
        <p:nvSpPr>
          <p:cNvPr id="351" name="Shape 11"/>
          <p:cNvSpPr/>
          <p:nvPr/>
        </p:nvSpPr>
        <p:spPr>
          <a:xfrm>
            <a:off x="0" y="0"/>
            <a:ext cx="9144000" cy="360"/>
          </a:xfrm>
          <a:prstGeom prst="line">
            <a:avLst/>
          </a:prstGeom>
          <a:ln w="6350">
            <a:solidFill>
              <a:srgbClr val="1a3060"/>
            </a:solidFill>
            <a:round/>
          </a:ln>
        </p:spPr>
        <p:style>
          <a:lnRef idx="0"/>
          <a:fillRef idx="0"/>
          <a:effectRef idx="0"/>
          <a:fontRef idx="minor"/>
        </p:style>
        <p:txBody>
          <a:bodyPr lIns="90000" rIns="90000" tIns="-44640" bIns="-44640" anchor="t" anchorCtr="1">
            <a:noAutofit/>
          </a:bodyPr>
          <a:p>
            <a:endParaRPr b="0" lang="en-GB" sz="1800" spc="-1" strike="noStrike">
              <a:solidFill>
                <a:srgbClr val="ffffff"/>
              </a:solidFill>
              <a:latin typeface="Arial"/>
            </a:endParaRPr>
          </a:p>
        </p:txBody>
      </p:sp>
      <p:sp>
        <p:nvSpPr>
          <p:cNvPr id="352" name="Shape 12"/>
          <p:cNvSpPr/>
          <p:nvPr/>
        </p:nvSpPr>
        <p:spPr>
          <a:xfrm>
            <a:off x="0" y="822960"/>
            <a:ext cx="9144000" cy="360"/>
          </a:xfrm>
          <a:prstGeom prst="line">
            <a:avLst/>
          </a:prstGeom>
          <a:ln w="6350">
            <a:solidFill>
              <a:srgbClr val="1a3060"/>
            </a:solidFill>
            <a:round/>
          </a:ln>
        </p:spPr>
        <p:style>
          <a:lnRef idx="0"/>
          <a:fillRef idx="0"/>
          <a:effectRef idx="0"/>
          <a:fontRef idx="minor"/>
        </p:style>
        <p:txBody>
          <a:bodyPr lIns="90000" rIns="90000" tIns="-44640" bIns="-44640" anchor="t" anchorCtr="1">
            <a:noAutofit/>
          </a:bodyPr>
          <a:p>
            <a:endParaRPr b="0" lang="en-GB" sz="1800" spc="-1" strike="noStrike">
              <a:solidFill>
                <a:srgbClr val="ffffff"/>
              </a:solidFill>
              <a:latin typeface="Arial"/>
            </a:endParaRPr>
          </a:p>
        </p:txBody>
      </p:sp>
      <p:sp>
        <p:nvSpPr>
          <p:cNvPr id="353" name="Shape 13"/>
          <p:cNvSpPr/>
          <p:nvPr/>
        </p:nvSpPr>
        <p:spPr>
          <a:xfrm>
            <a:off x="0" y="1645920"/>
            <a:ext cx="9144000" cy="360"/>
          </a:xfrm>
          <a:prstGeom prst="line">
            <a:avLst/>
          </a:prstGeom>
          <a:ln w="6350">
            <a:solidFill>
              <a:srgbClr val="1a3060"/>
            </a:solidFill>
            <a:round/>
          </a:ln>
        </p:spPr>
        <p:style>
          <a:lnRef idx="0"/>
          <a:fillRef idx="0"/>
          <a:effectRef idx="0"/>
          <a:fontRef idx="minor"/>
        </p:style>
        <p:txBody>
          <a:bodyPr lIns="90000" rIns="90000" tIns="-44640" bIns="-44640" anchor="t" anchorCtr="1">
            <a:noAutofit/>
          </a:bodyPr>
          <a:p>
            <a:endParaRPr b="0" lang="en-GB" sz="1800" spc="-1" strike="noStrike">
              <a:solidFill>
                <a:srgbClr val="ffffff"/>
              </a:solidFill>
              <a:latin typeface="Arial"/>
            </a:endParaRPr>
          </a:p>
        </p:txBody>
      </p:sp>
      <p:sp>
        <p:nvSpPr>
          <p:cNvPr id="354" name="Shape 14"/>
          <p:cNvSpPr/>
          <p:nvPr/>
        </p:nvSpPr>
        <p:spPr>
          <a:xfrm>
            <a:off x="0" y="2468880"/>
            <a:ext cx="9144000" cy="360"/>
          </a:xfrm>
          <a:prstGeom prst="line">
            <a:avLst/>
          </a:prstGeom>
          <a:ln w="6350">
            <a:solidFill>
              <a:srgbClr val="1a3060"/>
            </a:solidFill>
            <a:round/>
          </a:ln>
        </p:spPr>
        <p:style>
          <a:lnRef idx="0"/>
          <a:fillRef idx="0"/>
          <a:effectRef idx="0"/>
          <a:fontRef idx="minor"/>
        </p:style>
        <p:txBody>
          <a:bodyPr lIns="90000" rIns="90000" tIns="-44640" bIns="-44640" anchor="t" anchorCtr="1">
            <a:noAutofit/>
          </a:bodyPr>
          <a:p>
            <a:endParaRPr b="0" lang="en-GB" sz="1800" spc="-1" strike="noStrike">
              <a:solidFill>
                <a:srgbClr val="ffffff"/>
              </a:solidFill>
              <a:latin typeface="Arial"/>
            </a:endParaRPr>
          </a:p>
        </p:txBody>
      </p:sp>
      <p:sp>
        <p:nvSpPr>
          <p:cNvPr id="355" name="Shape 15"/>
          <p:cNvSpPr/>
          <p:nvPr/>
        </p:nvSpPr>
        <p:spPr>
          <a:xfrm>
            <a:off x="0" y="3291840"/>
            <a:ext cx="9144000" cy="360"/>
          </a:xfrm>
          <a:prstGeom prst="line">
            <a:avLst/>
          </a:prstGeom>
          <a:ln w="6350">
            <a:solidFill>
              <a:srgbClr val="1a3060"/>
            </a:solidFill>
            <a:round/>
          </a:ln>
        </p:spPr>
        <p:style>
          <a:lnRef idx="0"/>
          <a:fillRef idx="0"/>
          <a:effectRef idx="0"/>
          <a:fontRef idx="minor"/>
        </p:style>
        <p:txBody>
          <a:bodyPr lIns="90000" rIns="90000" tIns="-44640" bIns="-44640" anchor="t" anchorCtr="1">
            <a:noAutofit/>
          </a:bodyPr>
          <a:p>
            <a:endParaRPr b="0" lang="en-GB" sz="1800" spc="-1" strike="noStrike">
              <a:solidFill>
                <a:srgbClr val="ffffff"/>
              </a:solidFill>
              <a:latin typeface="Arial"/>
            </a:endParaRPr>
          </a:p>
        </p:txBody>
      </p:sp>
      <p:sp>
        <p:nvSpPr>
          <p:cNvPr id="356" name="Shape 16"/>
          <p:cNvSpPr/>
          <p:nvPr/>
        </p:nvSpPr>
        <p:spPr>
          <a:xfrm>
            <a:off x="0" y="4114800"/>
            <a:ext cx="9144000" cy="360"/>
          </a:xfrm>
          <a:prstGeom prst="line">
            <a:avLst/>
          </a:prstGeom>
          <a:ln w="6350">
            <a:solidFill>
              <a:srgbClr val="1a3060"/>
            </a:solidFill>
            <a:round/>
          </a:ln>
        </p:spPr>
        <p:style>
          <a:lnRef idx="0"/>
          <a:fillRef idx="0"/>
          <a:effectRef idx="0"/>
          <a:fontRef idx="minor"/>
        </p:style>
        <p:txBody>
          <a:bodyPr lIns="90000" rIns="90000" tIns="-44640" bIns="-44640" anchor="t" anchorCtr="1">
            <a:noAutofit/>
          </a:bodyPr>
          <a:p>
            <a:endParaRPr b="0" lang="en-GB" sz="1800" spc="-1" strike="noStrike">
              <a:solidFill>
                <a:srgbClr val="ffffff"/>
              </a:solidFill>
              <a:latin typeface="Arial"/>
            </a:endParaRPr>
          </a:p>
        </p:txBody>
      </p:sp>
      <p:sp>
        <p:nvSpPr>
          <p:cNvPr id="357" name="Shape 17"/>
          <p:cNvSpPr/>
          <p:nvPr/>
        </p:nvSpPr>
        <p:spPr>
          <a:xfrm>
            <a:off x="0" y="4937760"/>
            <a:ext cx="9144000" cy="360"/>
          </a:xfrm>
          <a:prstGeom prst="line">
            <a:avLst/>
          </a:prstGeom>
          <a:ln w="6350">
            <a:solidFill>
              <a:srgbClr val="1a3060"/>
            </a:solidFill>
            <a:round/>
          </a:ln>
        </p:spPr>
        <p:style>
          <a:lnRef idx="0"/>
          <a:fillRef idx="0"/>
          <a:effectRef idx="0"/>
          <a:fontRef idx="minor"/>
        </p:style>
        <p:txBody>
          <a:bodyPr lIns="90000" rIns="90000" tIns="-44640" bIns="-44640" anchor="t" anchorCtr="1">
            <a:noAutofit/>
          </a:bodyPr>
          <a:p>
            <a:endParaRPr b="0" lang="en-GB" sz="1800" spc="-1" strike="noStrike">
              <a:solidFill>
                <a:srgbClr val="ffffff"/>
              </a:solidFill>
              <a:latin typeface="Arial"/>
            </a:endParaRPr>
          </a:p>
        </p:txBody>
      </p:sp>
      <p:sp>
        <p:nvSpPr>
          <p:cNvPr id="358" name="Shape 18"/>
          <p:cNvSpPr/>
          <p:nvPr/>
        </p:nvSpPr>
        <p:spPr>
          <a:xfrm>
            <a:off x="0" y="0"/>
            <a:ext cx="9143640" cy="54360"/>
          </a:xfrm>
          <a:prstGeom prst="rect">
            <a:avLst/>
          </a:prstGeom>
          <a:solidFill>
            <a:srgbClr val="c9a84c"/>
          </a:solidFill>
          <a:ln w="12700">
            <a:solidFill>
              <a:srgbClr val="c9a84c"/>
            </a:solidFill>
            <a:round/>
          </a:ln>
        </p:spPr>
        <p:style>
          <a:lnRef idx="0"/>
          <a:fillRef idx="0"/>
          <a:effectRef idx="0"/>
          <a:fontRef idx="minor"/>
        </p:style>
        <p:txBody>
          <a:bodyPr lIns="90000" rIns="90000" tIns="9720" bIns="9720" anchor="t">
            <a:noAutofit/>
          </a:bodyPr>
          <a:p>
            <a:endParaRPr b="0" lang="en-GB" sz="1800" spc="-1" strike="noStrike">
              <a:solidFill>
                <a:srgbClr val="000000"/>
              </a:solidFill>
              <a:latin typeface="Arial"/>
            </a:endParaRPr>
          </a:p>
        </p:txBody>
      </p:sp>
      <p:sp>
        <p:nvSpPr>
          <p:cNvPr id="359" name="Text 19"/>
          <p:cNvSpPr/>
          <p:nvPr/>
        </p:nvSpPr>
        <p:spPr>
          <a:xfrm>
            <a:off x="457200" y="228600"/>
            <a:ext cx="8229240" cy="319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000" spc="398" strike="noStrike">
                <a:solidFill>
                  <a:srgbClr val="c9a84c"/>
                </a:solidFill>
                <a:latin typeface="Calibri"/>
                <a:ea typeface="Calibri"/>
              </a:rPr>
              <a:t>THE OPPORTUNITY</a:t>
            </a:r>
            <a:endParaRPr b="0" lang="en-GB" sz="1000" spc="-1" strike="noStrike">
              <a:solidFill>
                <a:srgbClr val="ffffff"/>
              </a:solidFill>
              <a:latin typeface="Arial"/>
            </a:endParaRPr>
          </a:p>
        </p:txBody>
      </p:sp>
      <p:sp>
        <p:nvSpPr>
          <p:cNvPr id="360" name="Text 20"/>
          <p:cNvSpPr/>
          <p:nvPr/>
        </p:nvSpPr>
        <p:spPr>
          <a:xfrm>
            <a:off x="457200" y="640080"/>
            <a:ext cx="8229240" cy="10969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3200" spc="-1" strike="noStrike">
                <a:solidFill>
                  <a:srgbClr val="ffffff"/>
                </a:solidFill>
                <a:latin typeface="Georgia"/>
                <a:ea typeface="Georgia"/>
              </a:rPr>
              <a:t>50 million creators.</a:t>
            </a:r>
            <a:endParaRPr b="0" lang="en-GB" sz="3200" spc="-1" strike="noStrike">
              <a:solidFill>
                <a:srgbClr val="ffffff"/>
              </a:solidFill>
              <a:latin typeface="Arial"/>
            </a:endParaRPr>
          </a:p>
          <a:p>
            <a:pPr algn="ctr" defTabSz="914400">
              <a:lnSpc>
                <a:spcPct val="100000"/>
              </a:lnSpc>
              <a:tabLst>
                <a:tab algn="l" pos="0"/>
              </a:tabLst>
            </a:pPr>
            <a:r>
              <a:rPr b="1" lang="en-US" sz="3200" spc="-1" strike="noStrike">
                <a:solidFill>
                  <a:srgbClr val="ffffff"/>
                </a:solidFill>
                <a:latin typeface="Georgia"/>
                <a:ea typeface="Georgia"/>
              </a:rPr>
              <a:t>One problem. One solution.</a:t>
            </a:r>
            <a:endParaRPr b="0" lang="en-GB" sz="3200" spc="-1" strike="noStrike">
              <a:solidFill>
                <a:srgbClr val="ffffff"/>
              </a:solidFill>
              <a:latin typeface="Arial"/>
            </a:endParaRPr>
          </a:p>
        </p:txBody>
      </p:sp>
      <p:sp>
        <p:nvSpPr>
          <p:cNvPr id="361" name="Shape 21"/>
          <p:cNvSpPr/>
          <p:nvPr/>
        </p:nvSpPr>
        <p:spPr>
          <a:xfrm>
            <a:off x="914400" y="1920240"/>
            <a:ext cx="7314840" cy="1371240"/>
          </a:xfrm>
          <a:prstGeom prst="rect">
            <a:avLst/>
          </a:prstGeom>
          <a:solidFill>
            <a:srgbClr val="162b52"/>
          </a:solidFill>
          <a:ln w="19050">
            <a:solidFill>
              <a:srgbClr val="c9a84c"/>
            </a:solidFill>
            <a:round/>
          </a:ln>
          <a:effectLst>
            <a:outerShdw algn="bl" blurRad="127080" dir="8100000" dist="50402" kx="0" ky="0" rotWithShape="0" sx="100000" sy="100000">
              <a:srgbClr val="000000">
                <a:alpha val="25000"/>
              </a:srgbClr>
            </a:outerShdw>
          </a:effectLst>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362" name="Text 22"/>
          <p:cNvSpPr/>
          <p:nvPr/>
        </p:nvSpPr>
        <p:spPr>
          <a:xfrm>
            <a:off x="1097280" y="2030040"/>
            <a:ext cx="6949080" cy="11516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i="1" lang="en-US" sz="1200" spc="-1" strike="noStrike">
                <a:solidFill>
                  <a:srgbClr val="ffffff"/>
                </a:solidFill>
                <a:latin typeface="Georgia"/>
                <a:ea typeface="Georgia"/>
              </a:rPr>
              <a:t>Every hour that passes without ProofStamp, thousands of Indian creators are losing the rights to work they spent their lives making. The technology exists. The legal framework is in place. The market is waiting. The only thing missing is the infrastructure — and we have built it.</a:t>
            </a:r>
            <a:endParaRPr b="0" lang="en-GB" sz="1200" spc="-1" strike="noStrike">
              <a:solidFill>
                <a:srgbClr val="ffffff"/>
              </a:solidFill>
              <a:latin typeface="Arial"/>
            </a:endParaRPr>
          </a:p>
        </p:txBody>
      </p:sp>
      <p:sp>
        <p:nvSpPr>
          <p:cNvPr id="363" name="Shape 23"/>
          <p:cNvSpPr/>
          <p:nvPr/>
        </p:nvSpPr>
        <p:spPr>
          <a:xfrm>
            <a:off x="731520" y="3429000"/>
            <a:ext cx="2559960" cy="1325520"/>
          </a:xfrm>
          <a:prstGeom prst="rect">
            <a:avLst/>
          </a:prstGeom>
          <a:solidFill>
            <a:srgbClr val="132035"/>
          </a:solidFill>
          <a:ln w="19050">
            <a:solidFill>
              <a:srgbClr val="c9a84c"/>
            </a:solidFill>
            <a:round/>
          </a:ln>
          <a:effectLst>
            <a:outerShdw algn="bl" blurRad="127080" dir="8100000" dist="50402" kx="0" ky="0" rotWithShape="0" sx="100000" sy="100000">
              <a:srgbClr val="000000">
                <a:alpha val="25000"/>
              </a:srgbClr>
            </a:outerShdw>
          </a:effectLst>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364" name="Text 24"/>
          <p:cNvSpPr/>
          <p:nvPr/>
        </p:nvSpPr>
        <p:spPr>
          <a:xfrm>
            <a:off x="822960" y="3547800"/>
            <a:ext cx="2377080" cy="5482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2600" spc="-1" strike="noStrike">
                <a:solidFill>
                  <a:srgbClr val="e8c96a"/>
                </a:solidFill>
                <a:latin typeface="Georgia"/>
                <a:ea typeface="Georgia"/>
              </a:rPr>
              <a:t>₹</a:t>
            </a:r>
            <a:r>
              <a:rPr b="1" lang="en-US" sz="2600" spc="-1" strike="noStrike">
                <a:solidFill>
                  <a:srgbClr val="e8c96a"/>
                </a:solidFill>
                <a:latin typeface="Georgia"/>
                <a:ea typeface="Georgia"/>
              </a:rPr>
              <a:t>25,000 Cr</a:t>
            </a:r>
            <a:endParaRPr b="0" lang="en-GB" sz="2600" spc="-1" strike="noStrike">
              <a:solidFill>
                <a:srgbClr val="ffffff"/>
              </a:solidFill>
              <a:latin typeface="Arial"/>
            </a:endParaRPr>
          </a:p>
        </p:txBody>
      </p:sp>
      <p:sp>
        <p:nvSpPr>
          <p:cNvPr id="365" name="Text 25"/>
          <p:cNvSpPr/>
          <p:nvPr/>
        </p:nvSpPr>
        <p:spPr>
          <a:xfrm>
            <a:off x="822960" y="4096440"/>
            <a:ext cx="2377080" cy="5482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100" spc="-1" strike="noStrike">
                <a:solidFill>
                  <a:srgbClr val="8fa3bf"/>
                </a:solidFill>
                <a:latin typeface="Calibri"/>
                <a:ea typeface="Calibri"/>
              </a:rPr>
              <a:t>Total Addressable Market</a:t>
            </a:r>
            <a:endParaRPr b="0" lang="en-GB" sz="1100" spc="-1" strike="noStrike">
              <a:solidFill>
                <a:srgbClr val="ffffff"/>
              </a:solidFill>
              <a:latin typeface="Arial"/>
            </a:endParaRPr>
          </a:p>
        </p:txBody>
      </p:sp>
      <p:sp>
        <p:nvSpPr>
          <p:cNvPr id="366" name="Shape 26"/>
          <p:cNvSpPr/>
          <p:nvPr/>
        </p:nvSpPr>
        <p:spPr>
          <a:xfrm>
            <a:off x="3566160" y="3429000"/>
            <a:ext cx="2559960" cy="1325520"/>
          </a:xfrm>
          <a:prstGeom prst="rect">
            <a:avLst/>
          </a:prstGeom>
          <a:solidFill>
            <a:srgbClr val="132035"/>
          </a:solidFill>
          <a:ln w="19050">
            <a:solidFill>
              <a:srgbClr val="2dd4ae"/>
            </a:solidFill>
            <a:round/>
          </a:ln>
          <a:effectLst>
            <a:outerShdw algn="bl" blurRad="127080" dir="8100000" dist="50402" kx="0" ky="0" rotWithShape="0" sx="100000" sy="100000">
              <a:srgbClr val="000000">
                <a:alpha val="25000"/>
              </a:srgbClr>
            </a:outerShdw>
          </a:effectLst>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367" name="Text 27"/>
          <p:cNvSpPr/>
          <p:nvPr/>
        </p:nvSpPr>
        <p:spPr>
          <a:xfrm>
            <a:off x="3657600" y="3547800"/>
            <a:ext cx="2377080" cy="5482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2600" spc="-1" strike="noStrike">
                <a:solidFill>
                  <a:srgbClr val="2dd4ae"/>
                </a:solidFill>
                <a:latin typeface="Georgia"/>
                <a:ea typeface="Georgia"/>
              </a:rPr>
              <a:t>Zero</a:t>
            </a:r>
            <a:endParaRPr b="0" lang="en-GB" sz="2600" spc="-1" strike="noStrike">
              <a:solidFill>
                <a:srgbClr val="ffffff"/>
              </a:solidFill>
              <a:latin typeface="Arial"/>
            </a:endParaRPr>
          </a:p>
        </p:txBody>
      </p:sp>
      <p:sp>
        <p:nvSpPr>
          <p:cNvPr id="368" name="Text 28"/>
          <p:cNvSpPr/>
          <p:nvPr/>
        </p:nvSpPr>
        <p:spPr>
          <a:xfrm>
            <a:off x="3657600" y="4096440"/>
            <a:ext cx="2377080" cy="5482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100" spc="-1" strike="noStrike">
                <a:solidFill>
                  <a:srgbClr val="8fa3bf"/>
                </a:solidFill>
                <a:latin typeface="Calibri"/>
                <a:ea typeface="Calibri"/>
              </a:rPr>
              <a:t>Direct Indian competitors</a:t>
            </a:r>
            <a:endParaRPr b="0" lang="en-GB" sz="1100" spc="-1" strike="noStrike">
              <a:solidFill>
                <a:srgbClr val="ffffff"/>
              </a:solidFill>
              <a:latin typeface="Arial"/>
            </a:endParaRPr>
          </a:p>
        </p:txBody>
      </p:sp>
      <p:sp>
        <p:nvSpPr>
          <p:cNvPr id="369" name="Shape 29"/>
          <p:cNvSpPr/>
          <p:nvPr/>
        </p:nvSpPr>
        <p:spPr>
          <a:xfrm>
            <a:off x="6400800" y="3429000"/>
            <a:ext cx="2559960" cy="1325520"/>
          </a:xfrm>
          <a:prstGeom prst="rect">
            <a:avLst/>
          </a:prstGeom>
          <a:solidFill>
            <a:srgbClr val="132035"/>
          </a:solidFill>
          <a:ln w="19050">
            <a:solidFill>
              <a:srgbClr val="c9a84c"/>
            </a:solidFill>
            <a:round/>
          </a:ln>
          <a:effectLst>
            <a:outerShdw algn="bl" blurRad="127080" dir="8100000" dist="50402" kx="0" ky="0" rotWithShape="0" sx="100000" sy="100000">
              <a:srgbClr val="000000">
                <a:alpha val="25000"/>
              </a:srgbClr>
            </a:outerShdw>
          </a:effectLst>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370" name="Text 30"/>
          <p:cNvSpPr/>
          <p:nvPr/>
        </p:nvSpPr>
        <p:spPr>
          <a:xfrm>
            <a:off x="6492240" y="3547800"/>
            <a:ext cx="2377080" cy="5482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2600" spc="-1" strike="noStrike">
                <a:solidFill>
                  <a:srgbClr val="e8c96a"/>
                </a:solidFill>
                <a:latin typeface="Georgia"/>
                <a:ea typeface="Georgia"/>
              </a:rPr>
              <a:t>Today</a:t>
            </a:r>
            <a:endParaRPr b="0" lang="en-GB" sz="2600" spc="-1" strike="noStrike">
              <a:solidFill>
                <a:srgbClr val="ffffff"/>
              </a:solidFill>
              <a:latin typeface="Arial"/>
            </a:endParaRPr>
          </a:p>
        </p:txBody>
      </p:sp>
      <p:sp>
        <p:nvSpPr>
          <p:cNvPr id="371" name="Text 31"/>
          <p:cNvSpPr/>
          <p:nvPr/>
        </p:nvSpPr>
        <p:spPr>
          <a:xfrm>
            <a:off x="6492240" y="4096440"/>
            <a:ext cx="2377080" cy="5482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100" spc="-1" strike="noStrike">
                <a:solidFill>
                  <a:srgbClr val="8fa3bf"/>
                </a:solidFill>
                <a:latin typeface="Calibri"/>
                <a:ea typeface="Calibri"/>
              </a:rPr>
              <a:t>The right time to move</a:t>
            </a:r>
            <a:endParaRPr b="0" lang="en-GB" sz="1100" spc="-1" strike="noStrike">
              <a:solidFill>
                <a:srgbClr val="ffffff"/>
              </a:solidFill>
              <a:latin typeface="Arial"/>
            </a:endParaRPr>
          </a:p>
        </p:txBody>
      </p:sp>
      <p:sp>
        <p:nvSpPr>
          <p:cNvPr id="372" name="Shape 33"/>
          <p:cNvSpPr/>
          <p:nvPr/>
        </p:nvSpPr>
        <p:spPr>
          <a:xfrm>
            <a:off x="0" y="5088600"/>
            <a:ext cx="9143640" cy="54360"/>
          </a:xfrm>
          <a:prstGeom prst="rect">
            <a:avLst/>
          </a:prstGeom>
          <a:solidFill>
            <a:srgbClr val="c9a84c"/>
          </a:solidFill>
          <a:ln w="12700">
            <a:solidFill>
              <a:srgbClr val="c9a84c"/>
            </a:solidFill>
            <a:round/>
          </a:ln>
        </p:spPr>
        <p:style>
          <a:lnRef idx="0"/>
          <a:fillRef idx="0"/>
          <a:effectRef idx="0"/>
          <a:fontRef idx="minor"/>
        </p:style>
        <p:txBody>
          <a:bodyPr lIns="90000" rIns="90000" tIns="9720" bIns="9720" anchor="t">
            <a:noAutofit/>
          </a:bodyPr>
          <a:p>
            <a:endParaRPr b="0" lang="en-GB"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25</TotalTime>
  <Application>LibreOffice/24.2.7.2$Linux_X86_64 LibreOffice_project/420$Build-2</Application>
  <AppVersion>15.0000</AppVersion>
  <Words>0</Words>
  <Paragraphs>0</Paragraphs>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2026-06-07T14:16:28Z</dcterms:created>
  <dc:creator>PptxGenJS</dc:creator>
  <dc:description/>
  <dc:language>en-GB</dc:language>
  <cp:lastModifiedBy/>
  <dcterms:modified xsi:type="dcterms:W3CDTF">2026-06-07T20:45:54Z</dcterms:modified>
  <cp:revision>5</cp:revision>
  <dc:subject>PptxGenJS Presentation</dc:subject>
  <dc:title>ProofStamp — Investor Deck</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10</vt:i4>
  </property>
  <property fmtid="{D5CDD505-2E9C-101B-9397-08002B2CF9AE}" pid="3" name="PresentationFormat">
    <vt:lpwstr>On-screen Show (16:9)</vt:lpwstr>
  </property>
  <property fmtid="{D5CDD505-2E9C-101B-9397-08002B2CF9AE}" pid="4" name="Slides">
    <vt:i4>10</vt:i4>
  </property>
</Properties>
</file>